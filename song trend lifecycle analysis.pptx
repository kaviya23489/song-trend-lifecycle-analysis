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11"/>
  </p:notesMasterIdLst>
  <p:sldIdLst>
    <p:sldId id="256" r:id="rId2"/>
    <p:sldId id="258" r:id="rId3"/>
    <p:sldId id="260" r:id="rId4"/>
    <p:sldId id="259" r:id="rId5"/>
    <p:sldId id="261" r:id="rId6"/>
    <p:sldId id="269" r:id="rId7"/>
    <p:sldId id="270" r:id="rId8"/>
    <p:sldId id="262" r:id="rId9"/>
    <p:sldId id="266" r:id="rId10"/>
  </p:sldIdLst>
  <p:sldSz cx="18288000" cy="10287000"/>
  <p:notesSz cx="6858000" cy="9144000"/>
  <p:embeddedFontLst>
    <p:embeddedFont>
      <p:font typeface="Inclusive Sans" panose="020B0604020202020204" charset="0"/>
      <p:regular r:id="rId12"/>
      <p:bold r:id="rId13"/>
      <p:italic r:id="rId14"/>
      <p:boldItalic r:id="rId15"/>
    </p:embeddedFont>
    <p:embeddedFont>
      <p:font typeface="Martel"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033149B2-D520-A664-E7D5-2024BCBF6A9F}"/>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B9E4CC6B-FD52-8984-6C64-6FF60EC688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6:notes">
            <a:extLst>
              <a:ext uri="{FF2B5EF4-FFF2-40B4-BE49-F238E27FC236}">
                <a16:creationId xmlns:a16="http://schemas.microsoft.com/office/drawing/2014/main" id="{0CA5FA89-8E45-BDE3-5638-DEFAA2B59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905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EBB20D07-E728-6D71-2CC5-A4DECD9BD7A1}"/>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D40C1A2F-D6E0-90DE-69E8-DD13974ACD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6:notes">
            <a:extLst>
              <a:ext uri="{FF2B5EF4-FFF2-40B4-BE49-F238E27FC236}">
                <a16:creationId xmlns:a16="http://schemas.microsoft.com/office/drawing/2014/main" id="{5B207321-AADF-DA1F-33D9-E78A0458DE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8191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E17411"/>
        </a:solidFill>
        <a:effectLst/>
      </p:bgPr>
    </p:bg>
    <p:spTree>
      <p:nvGrpSpPr>
        <p:cNvPr id="1" name="Shape 15"/>
        <p:cNvGrpSpPr/>
        <p:nvPr/>
      </p:nvGrpSpPr>
      <p:grpSpPr>
        <a:xfrm>
          <a:off x="0" y="0"/>
          <a:ext cx="0" cy="0"/>
          <a:chOff x="0" y="0"/>
          <a:chExt cx="0" cy="0"/>
        </a:xfrm>
      </p:grpSpPr>
      <p:grpSp>
        <p:nvGrpSpPr>
          <p:cNvPr id="16" name="Google Shape;16;p3"/>
          <p:cNvGrpSpPr/>
          <p:nvPr/>
        </p:nvGrpSpPr>
        <p:grpSpPr>
          <a:xfrm>
            <a:off x="1028700" y="1290263"/>
            <a:ext cx="2023576" cy="4245817"/>
            <a:chOff x="0" y="0"/>
            <a:chExt cx="380400" cy="798146"/>
          </a:xfrm>
        </p:grpSpPr>
        <p:sp>
          <p:nvSpPr>
            <p:cNvPr id="17" name="Google Shape;17;p3"/>
            <p:cNvSpPr/>
            <p:nvPr/>
          </p:nvSpPr>
          <p:spPr>
            <a:xfrm>
              <a:off x="0" y="0"/>
              <a:ext cx="380267" cy="798146"/>
            </a:xfrm>
            <a:custGeom>
              <a:avLst/>
              <a:gdLst/>
              <a:ahLst/>
              <a:cxnLst/>
              <a:rect l="l" t="t" r="r" b="b"/>
              <a:pathLst>
                <a:path w="380267" h="798146" extrusionOk="0">
                  <a:moveTo>
                    <a:pt x="133952" y="0"/>
                  </a:moveTo>
                  <a:lnTo>
                    <a:pt x="246314" y="0"/>
                  </a:lnTo>
                  <a:cubicBezTo>
                    <a:pt x="320294" y="0"/>
                    <a:pt x="380267" y="59972"/>
                    <a:pt x="380267" y="133952"/>
                  </a:cubicBezTo>
                  <a:lnTo>
                    <a:pt x="380267" y="664194"/>
                  </a:lnTo>
                  <a:cubicBezTo>
                    <a:pt x="380267" y="738174"/>
                    <a:pt x="320294" y="798146"/>
                    <a:pt x="246314" y="798146"/>
                  </a:cubicBezTo>
                  <a:lnTo>
                    <a:pt x="133952" y="798146"/>
                  </a:lnTo>
                  <a:cubicBezTo>
                    <a:pt x="59972" y="798146"/>
                    <a:pt x="0" y="738174"/>
                    <a:pt x="0" y="664194"/>
                  </a:cubicBezTo>
                  <a:lnTo>
                    <a:pt x="0" y="133952"/>
                  </a:lnTo>
                  <a:cubicBezTo>
                    <a:pt x="0" y="59972"/>
                    <a:pt x="59972" y="0"/>
                    <a:pt x="133952" y="0"/>
                  </a:cubicBezTo>
                  <a:close/>
                </a:path>
              </a:pathLst>
            </a:custGeom>
            <a:solidFill>
              <a:srgbClr val="909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p:nvPr/>
          </p:nvSpPr>
          <p:spPr>
            <a:xfrm>
              <a:off x="0" y="104775"/>
              <a:ext cx="380400" cy="6933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 name="Google Shape;19;p3"/>
          <p:cNvSpPr/>
          <p:nvPr/>
        </p:nvSpPr>
        <p:spPr>
          <a:xfrm rot="-994539">
            <a:off x="9488702" y="192278"/>
            <a:ext cx="3641358" cy="3098464"/>
          </a:xfrm>
          <a:custGeom>
            <a:avLst/>
            <a:gdLst/>
            <a:ahLst/>
            <a:cxnLst/>
            <a:rect l="l" t="t" r="r" b="b"/>
            <a:pathLst>
              <a:path w="3644948" h="3101519" extrusionOk="0">
                <a:moveTo>
                  <a:pt x="0" y="0"/>
                </a:moveTo>
                <a:lnTo>
                  <a:pt x="3644948" y="0"/>
                </a:lnTo>
                <a:lnTo>
                  <a:pt x="3644948" y="3101519"/>
                </a:lnTo>
                <a:lnTo>
                  <a:pt x="0" y="3101519"/>
                </a:lnTo>
                <a:lnTo>
                  <a:pt x="0" y="0"/>
                </a:lnTo>
                <a:close/>
              </a:path>
            </a:pathLst>
          </a:custGeom>
          <a:blipFill rotWithShape="1">
            <a:blip r:embed="rId2">
              <a:alphaModFix/>
            </a:blip>
            <a:stretch>
              <a:fillRect/>
            </a:stretch>
          </a:blipFill>
          <a:ln>
            <a:noFill/>
          </a:ln>
        </p:spPr>
      </p:sp>
      <p:grpSp>
        <p:nvGrpSpPr>
          <p:cNvPr id="20" name="Google Shape;20;p3"/>
          <p:cNvGrpSpPr/>
          <p:nvPr/>
        </p:nvGrpSpPr>
        <p:grpSpPr>
          <a:xfrm>
            <a:off x="1028700" y="2255939"/>
            <a:ext cx="13255523" cy="5739582"/>
            <a:chOff x="0" y="0"/>
            <a:chExt cx="2491827" cy="1078950"/>
          </a:xfrm>
        </p:grpSpPr>
        <p:sp>
          <p:nvSpPr>
            <p:cNvPr id="21" name="Google Shape;21;p3"/>
            <p:cNvSpPr/>
            <p:nvPr/>
          </p:nvSpPr>
          <p:spPr>
            <a:xfrm>
              <a:off x="0" y="0"/>
              <a:ext cx="2491827" cy="1078928"/>
            </a:xfrm>
            <a:custGeom>
              <a:avLst/>
              <a:gdLst/>
              <a:ahLst/>
              <a:cxnLst/>
              <a:rect l="l" t="t" r="r" b="b"/>
              <a:pathLst>
                <a:path w="2491827" h="1078928" extrusionOk="0">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p:nvPr/>
          </p:nvSpPr>
          <p:spPr>
            <a:xfrm>
              <a:off x="0" y="133350"/>
              <a:ext cx="2491800" cy="945600"/>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 name="Google Shape;23;p3"/>
          <p:cNvSpPr/>
          <p:nvPr/>
        </p:nvSpPr>
        <p:spPr>
          <a:xfrm>
            <a:off x="1028700" y="8450838"/>
            <a:ext cx="6627796" cy="908841"/>
          </a:xfrm>
          <a:custGeom>
            <a:avLst/>
            <a:gdLst/>
            <a:ahLst/>
            <a:cxnLst/>
            <a:rect l="l" t="t" r="r" b="b"/>
            <a:pathLst>
              <a:path w="1745581" h="239364" extrusionOk="0">
                <a:moveTo>
                  <a:pt x="40884" y="0"/>
                </a:moveTo>
                <a:lnTo>
                  <a:pt x="1704697" y="0"/>
                </a:lnTo>
                <a:cubicBezTo>
                  <a:pt x="1727277" y="0"/>
                  <a:pt x="1745581" y="18304"/>
                  <a:pt x="1745581" y="40884"/>
                </a:cubicBezTo>
                <a:lnTo>
                  <a:pt x="1745581" y="198481"/>
                </a:lnTo>
                <a:cubicBezTo>
                  <a:pt x="1745581" y="209324"/>
                  <a:pt x="1741274" y="219723"/>
                  <a:pt x="1733606" y="227390"/>
                </a:cubicBezTo>
                <a:cubicBezTo>
                  <a:pt x="1725939" y="235057"/>
                  <a:pt x="1715540" y="239364"/>
                  <a:pt x="1704697" y="239364"/>
                </a:cubicBezTo>
                <a:lnTo>
                  <a:pt x="40884" y="239364"/>
                </a:lnTo>
                <a:cubicBezTo>
                  <a:pt x="18304" y="239364"/>
                  <a:pt x="0" y="221060"/>
                  <a:pt x="0" y="198481"/>
                </a:cubicBezTo>
                <a:lnTo>
                  <a:pt x="0" y="40884"/>
                </a:lnTo>
                <a:cubicBezTo>
                  <a:pt x="0" y="18304"/>
                  <a:pt x="18304" y="0"/>
                  <a:pt x="40884" y="0"/>
                </a:cubicBezTo>
                <a:close/>
              </a:path>
            </a:pathLst>
          </a:custGeom>
          <a:solidFill>
            <a:srgbClr val="EDC7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806735">
            <a:off x="15450544" y="-1593690"/>
            <a:ext cx="2669618" cy="4344053"/>
          </a:xfrm>
          <a:custGeom>
            <a:avLst/>
            <a:gdLst/>
            <a:ahLst/>
            <a:cxnLst/>
            <a:rect l="l" t="t" r="r" b="b"/>
            <a:pathLst>
              <a:path w="2669868" h="4344460" extrusionOk="0">
                <a:moveTo>
                  <a:pt x="0" y="0"/>
                </a:moveTo>
                <a:lnTo>
                  <a:pt x="2669868" y="0"/>
                </a:lnTo>
                <a:lnTo>
                  <a:pt x="2669868" y="4344460"/>
                </a:lnTo>
                <a:lnTo>
                  <a:pt x="0" y="4344460"/>
                </a:lnTo>
                <a:lnTo>
                  <a:pt x="0" y="0"/>
                </a:lnTo>
                <a:close/>
              </a:path>
            </a:pathLst>
          </a:custGeom>
          <a:blipFill rotWithShape="1">
            <a:blip r:embed="rId3">
              <a:alphaModFix/>
            </a:blip>
            <a:stretch>
              <a:fillRect/>
            </a:stretch>
          </a:blipFill>
          <a:ln>
            <a:noFill/>
          </a:ln>
        </p:spPr>
      </p:sp>
      <p:sp>
        <p:nvSpPr>
          <p:cNvPr id="25" name="Google Shape;25;p3"/>
          <p:cNvSpPr/>
          <p:nvPr/>
        </p:nvSpPr>
        <p:spPr>
          <a:xfrm rot="111687">
            <a:off x="9825709" y="1656833"/>
            <a:ext cx="8619396" cy="9462409"/>
          </a:xfrm>
          <a:custGeom>
            <a:avLst/>
            <a:gdLst/>
            <a:ahLst/>
            <a:cxnLst/>
            <a:rect l="l" t="t" r="r" b="b"/>
            <a:pathLst>
              <a:path w="8614847" h="9457416" extrusionOk="0">
                <a:moveTo>
                  <a:pt x="0" y="0"/>
                </a:moveTo>
                <a:lnTo>
                  <a:pt x="8614846" y="0"/>
                </a:lnTo>
                <a:lnTo>
                  <a:pt x="8614846" y="9457417"/>
                </a:lnTo>
                <a:lnTo>
                  <a:pt x="0" y="9457417"/>
                </a:lnTo>
                <a:lnTo>
                  <a:pt x="0" y="0"/>
                </a:lnTo>
                <a:close/>
              </a:path>
            </a:pathLst>
          </a:custGeom>
          <a:blipFill rotWithShape="1">
            <a:blip r:embed="rId4">
              <a:alphaModFix/>
            </a:blip>
            <a:stretch>
              <a:fillRect/>
            </a:stretch>
          </a:blipFill>
          <a:ln>
            <a:noFill/>
          </a:ln>
        </p:spPr>
      </p:sp>
      <p:sp>
        <p:nvSpPr>
          <p:cNvPr id="26" name="Google Shape;26;p3"/>
          <p:cNvSpPr/>
          <p:nvPr/>
        </p:nvSpPr>
        <p:spPr>
          <a:xfrm>
            <a:off x="16360795" y="9032719"/>
            <a:ext cx="1458342" cy="1439781"/>
          </a:xfrm>
          <a:custGeom>
            <a:avLst/>
            <a:gdLst/>
            <a:ahLst/>
            <a:cxnLst/>
            <a:rect l="l" t="t" r="r" b="b"/>
            <a:pathLst>
              <a:path w="1458342" h="1439781" extrusionOk="0">
                <a:moveTo>
                  <a:pt x="0" y="0"/>
                </a:moveTo>
                <a:lnTo>
                  <a:pt x="1458342" y="0"/>
                </a:lnTo>
                <a:lnTo>
                  <a:pt x="1458342" y="1439781"/>
                </a:lnTo>
                <a:lnTo>
                  <a:pt x="0" y="1439781"/>
                </a:lnTo>
                <a:lnTo>
                  <a:pt x="0" y="0"/>
                </a:lnTo>
                <a:close/>
              </a:path>
            </a:pathLst>
          </a:custGeom>
          <a:blipFill rotWithShape="1">
            <a:blip r:embed="rId5">
              <a:alphaModFix/>
            </a:blip>
            <a:stretch>
              <a:fillRect/>
            </a:stretch>
          </a:blipFill>
          <a:ln>
            <a:noFill/>
          </a:ln>
        </p:spPr>
      </p:sp>
      <p:sp>
        <p:nvSpPr>
          <p:cNvPr id="27" name="Google Shape;27;p3"/>
          <p:cNvSpPr txBox="1"/>
          <p:nvPr/>
        </p:nvSpPr>
        <p:spPr>
          <a:xfrm>
            <a:off x="1526906" y="1519339"/>
            <a:ext cx="1026600" cy="461700"/>
          </a:xfrm>
          <a:prstGeom prst="rect">
            <a:avLst/>
          </a:prstGeom>
          <a:noFill/>
          <a:ln>
            <a:noFill/>
          </a:ln>
        </p:spPr>
        <p:txBody>
          <a:bodyPr spcFirstLastPara="1" wrap="square" lIns="0" tIns="0" rIns="0" bIns="0" anchor="t" anchorCtr="0">
            <a:spAutoFit/>
          </a:bodyPr>
          <a:lstStyle/>
          <a:p>
            <a:pPr marL="0" marR="0" lvl="0" indent="0" algn="ctr" rtl="0">
              <a:lnSpc>
                <a:spcPct val="130009"/>
              </a:lnSpc>
              <a:spcBef>
                <a:spcPts val="0"/>
              </a:spcBef>
              <a:spcAft>
                <a:spcPts val="0"/>
              </a:spcAft>
              <a:buNone/>
            </a:pPr>
            <a:r>
              <a:rPr lang="en-US" sz="2999" b="1" i="0" u="none" strike="noStrike" cap="none">
                <a:solidFill>
                  <a:srgbClr val="FAEADD"/>
                </a:solidFill>
                <a:latin typeface="Inclusive Sans"/>
                <a:ea typeface="Inclusive Sans"/>
                <a:cs typeface="Inclusive Sans"/>
                <a:sym typeface="Inclusive Sans"/>
              </a:rPr>
              <a:t>2030</a:t>
            </a:r>
            <a:endParaRPr/>
          </a:p>
        </p:txBody>
      </p:sp>
      <p:sp>
        <p:nvSpPr>
          <p:cNvPr id="28" name="Google Shape;28;p3"/>
          <p:cNvSpPr txBox="1">
            <a:spLocks noGrp="1"/>
          </p:cNvSpPr>
          <p:nvPr>
            <p:ph type="title"/>
          </p:nvPr>
        </p:nvSpPr>
        <p:spPr>
          <a:xfrm>
            <a:off x="1697400" y="3279000"/>
            <a:ext cx="9254100" cy="3729000"/>
          </a:xfrm>
          <a:prstGeom prst="rect">
            <a:avLst/>
          </a:prstGeom>
          <a:noFill/>
          <a:ln>
            <a:noFill/>
          </a:ln>
        </p:spPr>
        <p:txBody>
          <a:bodyPr spcFirstLastPara="1" wrap="square" lIns="91425" tIns="45700" rIns="91425" bIns="45700" anchor="ctr" anchorCtr="0">
            <a:normAutofit/>
          </a:bodyPr>
          <a:lstStyle>
            <a:lvl1pPr marR="0" lvl="0" algn="l">
              <a:spcBef>
                <a:spcPts val="0"/>
              </a:spcBef>
              <a:spcAft>
                <a:spcPts val="0"/>
              </a:spcAft>
              <a:buClr>
                <a:schemeClr val="dk1"/>
              </a:buClr>
              <a:buSzPts val="10000"/>
              <a:buFont typeface="Martel"/>
              <a:buNone/>
              <a:defRPr sz="10000" i="0" u="none" strike="noStrike" cap="none">
                <a:solidFill>
                  <a:schemeClr val="dk1"/>
                </a:solidFill>
                <a:latin typeface="Martel"/>
                <a:ea typeface="Martel"/>
                <a:cs typeface="Martel"/>
                <a:sym typeface="Mart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
          <p:cNvSpPr txBox="1">
            <a:spLocks noGrp="1"/>
          </p:cNvSpPr>
          <p:nvPr>
            <p:ph type="title" idx="2"/>
          </p:nvPr>
        </p:nvSpPr>
        <p:spPr>
          <a:xfrm>
            <a:off x="1339950" y="8450925"/>
            <a:ext cx="59466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500"/>
              <a:buFont typeface="Inclusive Sans"/>
              <a:buNone/>
              <a:defRPr sz="25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rgbClr val="90960F"/>
        </a:solidFill>
        <a:effectLst/>
      </p:bgPr>
    </p:bg>
    <p:spTree>
      <p:nvGrpSpPr>
        <p:cNvPr id="1" name="Shape 30"/>
        <p:cNvGrpSpPr/>
        <p:nvPr/>
      </p:nvGrpSpPr>
      <p:grpSpPr>
        <a:xfrm>
          <a:off x="0" y="0"/>
          <a:ext cx="0" cy="0"/>
          <a:chOff x="0" y="0"/>
          <a:chExt cx="0" cy="0"/>
        </a:xfrm>
      </p:grpSpPr>
      <p:grpSp>
        <p:nvGrpSpPr>
          <p:cNvPr id="31" name="Google Shape;31;p4"/>
          <p:cNvGrpSpPr/>
          <p:nvPr/>
        </p:nvGrpSpPr>
        <p:grpSpPr>
          <a:xfrm>
            <a:off x="1028700" y="4361597"/>
            <a:ext cx="1104349" cy="1130282"/>
            <a:chOff x="0" y="0"/>
            <a:chExt cx="207600" cy="212475"/>
          </a:xfrm>
        </p:grpSpPr>
        <p:sp>
          <p:nvSpPr>
            <p:cNvPr id="32" name="Google Shape;32;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 name="Google Shape;34;p4"/>
          <p:cNvGrpSpPr/>
          <p:nvPr/>
        </p:nvGrpSpPr>
        <p:grpSpPr>
          <a:xfrm>
            <a:off x="5150231" y="4361597"/>
            <a:ext cx="1104349" cy="1130282"/>
            <a:chOff x="0" y="0"/>
            <a:chExt cx="207600" cy="212475"/>
          </a:xfrm>
        </p:grpSpPr>
        <p:sp>
          <p:nvSpPr>
            <p:cNvPr id="35" name="Google Shape;35;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 name="Google Shape;37;p4"/>
          <p:cNvGrpSpPr/>
          <p:nvPr/>
        </p:nvGrpSpPr>
        <p:grpSpPr>
          <a:xfrm>
            <a:off x="5150231" y="4792710"/>
            <a:ext cx="3870009" cy="1736317"/>
            <a:chOff x="0" y="-9525"/>
            <a:chExt cx="727500" cy="326400"/>
          </a:xfrm>
        </p:grpSpPr>
        <p:sp>
          <p:nvSpPr>
            <p:cNvPr id="38" name="Google Shape;38;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40" name="Google Shape;40;p4"/>
          <p:cNvGrpSpPr/>
          <p:nvPr/>
        </p:nvGrpSpPr>
        <p:grpSpPr>
          <a:xfrm>
            <a:off x="1028233" y="4792710"/>
            <a:ext cx="3870009" cy="1736317"/>
            <a:chOff x="0" y="-9525"/>
            <a:chExt cx="727500" cy="326400"/>
          </a:xfrm>
        </p:grpSpPr>
        <p:sp>
          <p:nvSpPr>
            <p:cNvPr id="41" name="Google Shape;41;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43" name="Google Shape;43;p4"/>
          <p:cNvGrpSpPr/>
          <p:nvPr/>
        </p:nvGrpSpPr>
        <p:grpSpPr>
          <a:xfrm>
            <a:off x="9267592" y="4361597"/>
            <a:ext cx="1104349" cy="1130282"/>
            <a:chOff x="0" y="0"/>
            <a:chExt cx="207600" cy="212475"/>
          </a:xfrm>
        </p:grpSpPr>
        <p:sp>
          <p:nvSpPr>
            <p:cNvPr id="44" name="Google Shape;44;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 name="Google Shape;46;p4"/>
          <p:cNvGrpSpPr/>
          <p:nvPr/>
        </p:nvGrpSpPr>
        <p:grpSpPr>
          <a:xfrm>
            <a:off x="9267592" y="4792710"/>
            <a:ext cx="3870009" cy="1736317"/>
            <a:chOff x="0" y="-9525"/>
            <a:chExt cx="727500" cy="326400"/>
          </a:xfrm>
        </p:grpSpPr>
        <p:sp>
          <p:nvSpPr>
            <p:cNvPr id="47" name="Google Shape;47;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49" name="Google Shape;49;p4"/>
          <p:cNvGrpSpPr/>
          <p:nvPr/>
        </p:nvGrpSpPr>
        <p:grpSpPr>
          <a:xfrm>
            <a:off x="13389589" y="4361597"/>
            <a:ext cx="1104349" cy="1130282"/>
            <a:chOff x="0" y="0"/>
            <a:chExt cx="207600" cy="212475"/>
          </a:xfrm>
        </p:grpSpPr>
        <p:sp>
          <p:nvSpPr>
            <p:cNvPr id="50" name="Google Shape;50;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 name="Google Shape;52;p4"/>
          <p:cNvGrpSpPr/>
          <p:nvPr/>
        </p:nvGrpSpPr>
        <p:grpSpPr>
          <a:xfrm>
            <a:off x="13389589" y="4792710"/>
            <a:ext cx="3870009" cy="1736317"/>
            <a:chOff x="0" y="-9525"/>
            <a:chExt cx="727500" cy="326400"/>
          </a:xfrm>
        </p:grpSpPr>
        <p:sp>
          <p:nvSpPr>
            <p:cNvPr id="53" name="Google Shape;53;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55" name="Google Shape;55;p4"/>
          <p:cNvGrpSpPr/>
          <p:nvPr/>
        </p:nvGrpSpPr>
        <p:grpSpPr>
          <a:xfrm>
            <a:off x="1028233" y="6696206"/>
            <a:ext cx="1104349" cy="1130282"/>
            <a:chOff x="0" y="0"/>
            <a:chExt cx="207600" cy="212475"/>
          </a:xfrm>
        </p:grpSpPr>
        <p:sp>
          <p:nvSpPr>
            <p:cNvPr id="56" name="Google Shape;56;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 name="Google Shape;58;p4"/>
          <p:cNvGrpSpPr/>
          <p:nvPr/>
        </p:nvGrpSpPr>
        <p:grpSpPr>
          <a:xfrm>
            <a:off x="5149764" y="6696206"/>
            <a:ext cx="1104349" cy="1130282"/>
            <a:chOff x="0" y="0"/>
            <a:chExt cx="207600" cy="212475"/>
          </a:xfrm>
        </p:grpSpPr>
        <p:sp>
          <p:nvSpPr>
            <p:cNvPr id="59" name="Google Shape;59;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 name="Google Shape;61;p4"/>
          <p:cNvGrpSpPr/>
          <p:nvPr/>
        </p:nvGrpSpPr>
        <p:grpSpPr>
          <a:xfrm>
            <a:off x="9267125" y="6696206"/>
            <a:ext cx="1104349" cy="1130282"/>
            <a:chOff x="0" y="0"/>
            <a:chExt cx="207600" cy="212475"/>
          </a:xfrm>
        </p:grpSpPr>
        <p:sp>
          <p:nvSpPr>
            <p:cNvPr id="62" name="Google Shape;62;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 name="Google Shape;64;p4"/>
          <p:cNvGrpSpPr/>
          <p:nvPr/>
        </p:nvGrpSpPr>
        <p:grpSpPr>
          <a:xfrm>
            <a:off x="13389122" y="6696206"/>
            <a:ext cx="1104349" cy="1130282"/>
            <a:chOff x="0" y="0"/>
            <a:chExt cx="207600" cy="212475"/>
          </a:xfrm>
        </p:grpSpPr>
        <p:sp>
          <p:nvSpPr>
            <p:cNvPr id="65" name="Google Shape;65;p4"/>
            <p:cNvSpPr/>
            <p:nvPr/>
          </p:nvSpPr>
          <p:spPr>
            <a:xfrm>
              <a:off x="0" y="0"/>
              <a:ext cx="207574" cy="212433"/>
            </a:xfrm>
            <a:custGeom>
              <a:avLst/>
              <a:gdLst/>
              <a:ahLst/>
              <a:cxnLst/>
              <a:rect l="l" t="t" r="r" b="b"/>
              <a:pathLst>
                <a:path w="207574" h="212433" extrusionOk="0">
                  <a:moveTo>
                    <a:pt x="103787" y="0"/>
                  </a:moveTo>
                  <a:lnTo>
                    <a:pt x="103787" y="0"/>
                  </a:lnTo>
                  <a:cubicBezTo>
                    <a:pt x="161107" y="0"/>
                    <a:pt x="207574" y="46467"/>
                    <a:pt x="207574" y="103787"/>
                  </a:cubicBezTo>
                  <a:lnTo>
                    <a:pt x="207574" y="108646"/>
                  </a:lnTo>
                  <a:cubicBezTo>
                    <a:pt x="207574" y="136172"/>
                    <a:pt x="196639" y="162570"/>
                    <a:pt x="177175" y="182034"/>
                  </a:cubicBezTo>
                  <a:cubicBezTo>
                    <a:pt x="157712" y="201498"/>
                    <a:pt x="131313" y="212433"/>
                    <a:pt x="103787" y="212433"/>
                  </a:cubicBezTo>
                  <a:lnTo>
                    <a:pt x="103787" y="212433"/>
                  </a:lnTo>
                  <a:cubicBezTo>
                    <a:pt x="46467" y="212433"/>
                    <a:pt x="0" y="165966"/>
                    <a:pt x="0" y="108646"/>
                  </a:cubicBezTo>
                  <a:lnTo>
                    <a:pt x="0" y="103787"/>
                  </a:lnTo>
                  <a:cubicBezTo>
                    <a:pt x="0" y="76261"/>
                    <a:pt x="10935" y="49862"/>
                    <a:pt x="30398" y="30398"/>
                  </a:cubicBezTo>
                  <a:cubicBezTo>
                    <a:pt x="49862" y="10935"/>
                    <a:pt x="76261" y="0"/>
                    <a:pt x="103787" y="0"/>
                  </a:cubicBezTo>
                  <a:close/>
                </a:path>
              </a:pathLst>
            </a:custGeom>
            <a:solidFill>
              <a:srgbClr val="E174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0" y="104775"/>
              <a:ext cx="207600" cy="107700"/>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 name="Google Shape;67;p4"/>
          <p:cNvGrpSpPr/>
          <p:nvPr/>
        </p:nvGrpSpPr>
        <p:grpSpPr>
          <a:xfrm>
            <a:off x="1028233" y="7140437"/>
            <a:ext cx="3870009" cy="1736317"/>
            <a:chOff x="0" y="-9525"/>
            <a:chExt cx="727500" cy="326400"/>
          </a:xfrm>
        </p:grpSpPr>
        <p:sp>
          <p:nvSpPr>
            <p:cNvPr id="68" name="Google Shape;68;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70" name="Google Shape;70;p4"/>
          <p:cNvGrpSpPr/>
          <p:nvPr/>
        </p:nvGrpSpPr>
        <p:grpSpPr>
          <a:xfrm>
            <a:off x="5150231" y="7140437"/>
            <a:ext cx="3870009" cy="1736317"/>
            <a:chOff x="0" y="-9525"/>
            <a:chExt cx="727500" cy="326400"/>
          </a:xfrm>
        </p:grpSpPr>
        <p:sp>
          <p:nvSpPr>
            <p:cNvPr id="71" name="Google Shape;71;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73" name="Google Shape;73;p4"/>
          <p:cNvGrpSpPr/>
          <p:nvPr/>
        </p:nvGrpSpPr>
        <p:grpSpPr>
          <a:xfrm>
            <a:off x="9267592" y="7140437"/>
            <a:ext cx="3870009" cy="1736317"/>
            <a:chOff x="0" y="-9525"/>
            <a:chExt cx="727500" cy="326400"/>
          </a:xfrm>
        </p:grpSpPr>
        <p:sp>
          <p:nvSpPr>
            <p:cNvPr id="74" name="Google Shape;74;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grpSp>
        <p:nvGrpSpPr>
          <p:cNvPr id="76" name="Google Shape;76;p4"/>
          <p:cNvGrpSpPr/>
          <p:nvPr/>
        </p:nvGrpSpPr>
        <p:grpSpPr>
          <a:xfrm>
            <a:off x="13389589" y="7140437"/>
            <a:ext cx="3870009" cy="1736317"/>
            <a:chOff x="0" y="-9525"/>
            <a:chExt cx="727500" cy="326400"/>
          </a:xfrm>
        </p:grpSpPr>
        <p:sp>
          <p:nvSpPr>
            <p:cNvPr id="77" name="Google Shape;77;p4"/>
            <p:cNvSpPr/>
            <p:nvPr/>
          </p:nvSpPr>
          <p:spPr>
            <a:xfrm>
              <a:off x="0" y="0"/>
              <a:ext cx="727445" cy="316814"/>
            </a:xfrm>
            <a:custGeom>
              <a:avLst/>
              <a:gdLst/>
              <a:ahLst/>
              <a:cxnLst/>
              <a:rect l="l" t="t" r="r" b="b"/>
              <a:pathLst>
                <a:path w="727445" h="316814" extrusionOk="0">
                  <a:moveTo>
                    <a:pt x="70023" y="0"/>
                  </a:moveTo>
                  <a:lnTo>
                    <a:pt x="657422" y="0"/>
                  </a:lnTo>
                  <a:cubicBezTo>
                    <a:pt x="675994" y="0"/>
                    <a:pt x="693804" y="7377"/>
                    <a:pt x="706936" y="20509"/>
                  </a:cubicBezTo>
                  <a:cubicBezTo>
                    <a:pt x="720068" y="33641"/>
                    <a:pt x="727445" y="51451"/>
                    <a:pt x="727445" y="70023"/>
                  </a:cubicBezTo>
                  <a:lnTo>
                    <a:pt x="727445" y="246792"/>
                  </a:lnTo>
                  <a:cubicBezTo>
                    <a:pt x="727445" y="265363"/>
                    <a:pt x="720068" y="283173"/>
                    <a:pt x="706936" y="296305"/>
                  </a:cubicBezTo>
                  <a:cubicBezTo>
                    <a:pt x="693804" y="309437"/>
                    <a:pt x="675994" y="316814"/>
                    <a:pt x="657422" y="316814"/>
                  </a:cubicBezTo>
                  <a:lnTo>
                    <a:pt x="70023" y="316814"/>
                  </a:lnTo>
                  <a:cubicBezTo>
                    <a:pt x="51451" y="316814"/>
                    <a:pt x="33641" y="309437"/>
                    <a:pt x="20509" y="296305"/>
                  </a:cubicBezTo>
                  <a:cubicBezTo>
                    <a:pt x="7377" y="283173"/>
                    <a:pt x="0" y="265363"/>
                    <a:pt x="0" y="246792"/>
                  </a:cubicBezTo>
                  <a:lnTo>
                    <a:pt x="0" y="70023"/>
                  </a:lnTo>
                  <a:cubicBezTo>
                    <a:pt x="0" y="51451"/>
                    <a:pt x="7377" y="33641"/>
                    <a:pt x="20509" y="20509"/>
                  </a:cubicBezTo>
                  <a:cubicBezTo>
                    <a:pt x="33641" y="7377"/>
                    <a:pt x="51451" y="0"/>
                    <a:pt x="7002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txBox="1"/>
            <p:nvPr/>
          </p:nvSpPr>
          <p:spPr>
            <a:xfrm>
              <a:off x="0" y="-9525"/>
              <a:ext cx="727500" cy="326400"/>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a:p>
          </p:txBody>
        </p:sp>
      </p:grpSp>
      <p:sp>
        <p:nvSpPr>
          <p:cNvPr id="79" name="Google Shape;79;p4"/>
          <p:cNvSpPr/>
          <p:nvPr/>
        </p:nvSpPr>
        <p:spPr>
          <a:xfrm>
            <a:off x="15012785" y="-646367"/>
            <a:ext cx="3884227" cy="3834792"/>
          </a:xfrm>
          <a:custGeom>
            <a:avLst/>
            <a:gdLst/>
            <a:ahLst/>
            <a:cxnLst/>
            <a:rect l="l" t="t" r="r" b="b"/>
            <a:pathLst>
              <a:path w="3884227" h="3834792" extrusionOk="0">
                <a:moveTo>
                  <a:pt x="0" y="0"/>
                </a:moveTo>
                <a:lnTo>
                  <a:pt x="3884227" y="0"/>
                </a:lnTo>
                <a:lnTo>
                  <a:pt x="3884227" y="3834792"/>
                </a:lnTo>
                <a:lnTo>
                  <a:pt x="0" y="3834792"/>
                </a:lnTo>
                <a:lnTo>
                  <a:pt x="0" y="0"/>
                </a:lnTo>
                <a:close/>
              </a:path>
            </a:pathLst>
          </a:custGeom>
          <a:blipFill rotWithShape="1">
            <a:blip r:embed="rId2">
              <a:alphaModFix/>
            </a:blip>
            <a:stretch>
              <a:fillRect/>
            </a:stretch>
          </a:blipFill>
          <a:ln>
            <a:noFill/>
          </a:ln>
        </p:spPr>
      </p:sp>
      <p:sp>
        <p:nvSpPr>
          <p:cNvPr id="80" name="Google Shape;80;p4"/>
          <p:cNvSpPr/>
          <p:nvPr/>
        </p:nvSpPr>
        <p:spPr>
          <a:xfrm rot="1092509">
            <a:off x="-466733" y="536583"/>
            <a:ext cx="3742107" cy="2510614"/>
          </a:xfrm>
          <a:custGeom>
            <a:avLst/>
            <a:gdLst/>
            <a:ahLst/>
            <a:cxnLst/>
            <a:rect l="l" t="t" r="r" b="b"/>
            <a:pathLst>
              <a:path w="3741815" h="2510418" extrusionOk="0">
                <a:moveTo>
                  <a:pt x="0" y="0"/>
                </a:moveTo>
                <a:lnTo>
                  <a:pt x="3741814" y="0"/>
                </a:lnTo>
                <a:lnTo>
                  <a:pt x="3741814" y="2510417"/>
                </a:lnTo>
                <a:lnTo>
                  <a:pt x="0" y="2510417"/>
                </a:lnTo>
                <a:lnTo>
                  <a:pt x="0" y="0"/>
                </a:lnTo>
                <a:close/>
              </a:path>
            </a:pathLst>
          </a:custGeom>
          <a:blipFill rotWithShape="1">
            <a:blip r:embed="rId3">
              <a:alphaModFix/>
            </a:blip>
            <a:stretch>
              <a:fillRect/>
            </a:stretch>
          </a:blipFill>
          <a:ln>
            <a:noFill/>
          </a:ln>
        </p:spPr>
      </p:sp>
      <p:sp>
        <p:nvSpPr>
          <p:cNvPr id="81" name="Google Shape;81;p4"/>
          <p:cNvSpPr txBox="1"/>
          <p:nvPr/>
        </p:nvSpPr>
        <p:spPr>
          <a:xfrm>
            <a:off x="5335477" y="4432890"/>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02</a:t>
            </a:r>
            <a:endParaRPr/>
          </a:p>
        </p:txBody>
      </p:sp>
      <p:sp>
        <p:nvSpPr>
          <p:cNvPr id="82" name="Google Shape;82;p4"/>
          <p:cNvSpPr txBox="1"/>
          <p:nvPr/>
        </p:nvSpPr>
        <p:spPr>
          <a:xfrm>
            <a:off x="9452838" y="4432890"/>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03</a:t>
            </a:r>
            <a:endParaRPr/>
          </a:p>
        </p:txBody>
      </p:sp>
      <p:sp>
        <p:nvSpPr>
          <p:cNvPr id="83" name="Google Shape;83;p4"/>
          <p:cNvSpPr txBox="1"/>
          <p:nvPr/>
        </p:nvSpPr>
        <p:spPr>
          <a:xfrm>
            <a:off x="13574835" y="4432890"/>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04</a:t>
            </a:r>
            <a:endParaRPr/>
          </a:p>
        </p:txBody>
      </p:sp>
      <p:sp>
        <p:nvSpPr>
          <p:cNvPr id="84" name="Google Shape;84;p4"/>
          <p:cNvSpPr txBox="1"/>
          <p:nvPr/>
        </p:nvSpPr>
        <p:spPr>
          <a:xfrm>
            <a:off x="5335010" y="6767499"/>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06</a:t>
            </a:r>
            <a:endParaRPr/>
          </a:p>
        </p:txBody>
      </p:sp>
      <p:sp>
        <p:nvSpPr>
          <p:cNvPr id="85" name="Google Shape;85;p4"/>
          <p:cNvSpPr txBox="1"/>
          <p:nvPr/>
        </p:nvSpPr>
        <p:spPr>
          <a:xfrm>
            <a:off x="9452371" y="6767499"/>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07</a:t>
            </a:r>
            <a:endParaRPr/>
          </a:p>
        </p:txBody>
      </p:sp>
      <p:sp>
        <p:nvSpPr>
          <p:cNvPr id="86" name="Google Shape;86;p4"/>
          <p:cNvSpPr txBox="1"/>
          <p:nvPr/>
        </p:nvSpPr>
        <p:spPr>
          <a:xfrm>
            <a:off x="13574368" y="6767499"/>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08</a:t>
            </a:r>
            <a:endParaRPr/>
          </a:p>
        </p:txBody>
      </p:sp>
      <p:sp>
        <p:nvSpPr>
          <p:cNvPr id="87" name="Google Shape;87;p4"/>
          <p:cNvSpPr txBox="1"/>
          <p:nvPr/>
        </p:nvSpPr>
        <p:spPr>
          <a:xfrm>
            <a:off x="1213480" y="6767499"/>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05</a:t>
            </a:r>
            <a:endParaRPr/>
          </a:p>
        </p:txBody>
      </p:sp>
      <p:sp>
        <p:nvSpPr>
          <p:cNvPr id="88" name="Google Shape;88;p4"/>
          <p:cNvSpPr txBox="1"/>
          <p:nvPr/>
        </p:nvSpPr>
        <p:spPr>
          <a:xfrm>
            <a:off x="1213946" y="4432890"/>
            <a:ext cx="733800" cy="3078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FAEADD"/>
                </a:solidFill>
                <a:latin typeface="Inclusive Sans"/>
                <a:ea typeface="Inclusive Sans"/>
                <a:cs typeface="Inclusive Sans"/>
                <a:sym typeface="Inclusive Sans"/>
              </a:rPr>
              <a:t>01</a:t>
            </a:r>
            <a:endParaRPr/>
          </a:p>
        </p:txBody>
      </p:sp>
      <p:sp>
        <p:nvSpPr>
          <p:cNvPr id="89" name="Google Shape;89;p4"/>
          <p:cNvSpPr txBox="1">
            <a:spLocks noGrp="1"/>
          </p:cNvSpPr>
          <p:nvPr>
            <p:ph type="title"/>
          </p:nvPr>
        </p:nvSpPr>
        <p:spPr>
          <a:xfrm>
            <a:off x="4516950" y="1306875"/>
            <a:ext cx="9254100" cy="1850400"/>
          </a:xfrm>
          <a:prstGeom prst="rect">
            <a:avLst/>
          </a:prstGeom>
          <a:noFill/>
          <a:ln>
            <a:noFill/>
          </a:ln>
        </p:spPr>
        <p:txBody>
          <a:bodyPr spcFirstLastPara="1" wrap="square" lIns="91425" tIns="45700" rIns="91425" bIns="45700" anchor="ctr" anchorCtr="0">
            <a:normAutofit/>
          </a:bodyPr>
          <a:lstStyle>
            <a:lvl1pPr marR="0" lvl="0">
              <a:spcBef>
                <a:spcPts val="0"/>
              </a:spcBef>
              <a:spcAft>
                <a:spcPts val="0"/>
              </a:spcAft>
              <a:buClr>
                <a:srgbClr val="FAEADD"/>
              </a:buClr>
              <a:buSzPts val="8000"/>
              <a:buFont typeface="Martel"/>
              <a:buNone/>
              <a:defRPr sz="8000" i="0" u="none" strike="noStrike" cap="none">
                <a:solidFill>
                  <a:srgbClr val="FAEADD"/>
                </a:solidFill>
                <a:latin typeface="Martel"/>
                <a:ea typeface="Martel"/>
                <a:cs typeface="Martel"/>
                <a:sym typeface="Mart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0" name="Google Shape;90;p4"/>
          <p:cNvSpPr txBox="1">
            <a:spLocks noGrp="1"/>
          </p:cNvSpPr>
          <p:nvPr>
            <p:ph type="title" idx="2"/>
          </p:nvPr>
        </p:nvSpPr>
        <p:spPr>
          <a:xfrm>
            <a:off x="1338225" y="5264100"/>
            <a:ext cx="3249900" cy="908700"/>
          </a:xfrm>
          <a:prstGeom prst="rect">
            <a:avLst/>
          </a:prstGeom>
          <a:noFill/>
          <a:ln>
            <a:noFill/>
          </a:ln>
        </p:spPr>
        <p:txBody>
          <a:bodyPr spcFirstLastPara="1" wrap="square" lIns="91425" tIns="45700" rIns="91425" bIns="45700" anchor="ctr" anchorCtr="0">
            <a:normAutofit/>
          </a:bodyPr>
          <a:lstStyle>
            <a:lvl1pPr marR="0" lv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1" name="Google Shape;91;p4"/>
          <p:cNvSpPr txBox="1">
            <a:spLocks noGrp="1"/>
          </p:cNvSpPr>
          <p:nvPr>
            <p:ph type="title" idx="3"/>
          </p:nvPr>
        </p:nvSpPr>
        <p:spPr>
          <a:xfrm>
            <a:off x="5457975" y="5264100"/>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2" name="Google Shape;92;p4"/>
          <p:cNvSpPr txBox="1">
            <a:spLocks noGrp="1"/>
          </p:cNvSpPr>
          <p:nvPr>
            <p:ph type="title" idx="4"/>
          </p:nvPr>
        </p:nvSpPr>
        <p:spPr>
          <a:xfrm>
            <a:off x="9579975" y="5264100"/>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3" name="Google Shape;93;p4"/>
          <p:cNvSpPr txBox="1">
            <a:spLocks noGrp="1"/>
          </p:cNvSpPr>
          <p:nvPr>
            <p:ph type="title" idx="5"/>
          </p:nvPr>
        </p:nvSpPr>
        <p:spPr>
          <a:xfrm>
            <a:off x="13697325" y="5264100"/>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4" name="Google Shape;94;p4"/>
          <p:cNvSpPr txBox="1">
            <a:spLocks noGrp="1"/>
          </p:cNvSpPr>
          <p:nvPr>
            <p:ph type="title" idx="6"/>
          </p:nvPr>
        </p:nvSpPr>
        <p:spPr>
          <a:xfrm>
            <a:off x="1338225" y="7554238"/>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5" name="Google Shape;95;p4"/>
          <p:cNvSpPr txBox="1">
            <a:spLocks noGrp="1"/>
          </p:cNvSpPr>
          <p:nvPr>
            <p:ph type="title" idx="7"/>
          </p:nvPr>
        </p:nvSpPr>
        <p:spPr>
          <a:xfrm>
            <a:off x="5457975" y="7554238"/>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6" name="Google Shape;96;p4"/>
          <p:cNvSpPr txBox="1">
            <a:spLocks noGrp="1"/>
          </p:cNvSpPr>
          <p:nvPr>
            <p:ph type="title" idx="8"/>
          </p:nvPr>
        </p:nvSpPr>
        <p:spPr>
          <a:xfrm>
            <a:off x="9579975" y="7554238"/>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7" name="Google Shape;97;p4"/>
          <p:cNvSpPr txBox="1">
            <a:spLocks noGrp="1"/>
          </p:cNvSpPr>
          <p:nvPr>
            <p:ph type="title" idx="9"/>
          </p:nvPr>
        </p:nvSpPr>
        <p:spPr>
          <a:xfrm>
            <a:off x="13697325" y="7554238"/>
            <a:ext cx="3249900" cy="9087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B8C5DD"/>
        </a:solidFill>
        <a:effectLst/>
      </p:bgPr>
    </p:bg>
    <p:spTree>
      <p:nvGrpSpPr>
        <p:cNvPr id="1" name="Shape 98"/>
        <p:cNvGrpSpPr/>
        <p:nvPr/>
      </p:nvGrpSpPr>
      <p:grpSpPr>
        <a:xfrm>
          <a:off x="0" y="0"/>
          <a:ext cx="0" cy="0"/>
          <a:chOff x="0" y="0"/>
          <a:chExt cx="0" cy="0"/>
        </a:xfrm>
      </p:grpSpPr>
      <p:sp>
        <p:nvSpPr>
          <p:cNvPr id="99" name="Google Shape;99;p5"/>
          <p:cNvSpPr/>
          <p:nvPr/>
        </p:nvSpPr>
        <p:spPr>
          <a:xfrm>
            <a:off x="1028700" y="3139677"/>
            <a:ext cx="7524799" cy="740087"/>
          </a:xfrm>
          <a:custGeom>
            <a:avLst/>
            <a:gdLst/>
            <a:ahLst/>
            <a:cxnLst/>
            <a:rect l="l" t="t" r="r" b="b"/>
            <a:pathLst>
              <a:path w="1981827" h="337277" extrusionOk="0">
                <a:moveTo>
                  <a:pt x="36010" y="0"/>
                </a:moveTo>
                <a:lnTo>
                  <a:pt x="1945817" y="0"/>
                </a:lnTo>
                <a:cubicBezTo>
                  <a:pt x="1965705" y="0"/>
                  <a:pt x="1981827" y="16122"/>
                  <a:pt x="1981827" y="36010"/>
                </a:cubicBezTo>
                <a:lnTo>
                  <a:pt x="1981827" y="301267"/>
                </a:lnTo>
                <a:cubicBezTo>
                  <a:pt x="1981827" y="310817"/>
                  <a:pt x="1978033" y="319976"/>
                  <a:pt x="1971280" y="326730"/>
                </a:cubicBezTo>
                <a:cubicBezTo>
                  <a:pt x="1964527" y="333483"/>
                  <a:pt x="1955367" y="337277"/>
                  <a:pt x="1945817" y="337277"/>
                </a:cubicBezTo>
                <a:lnTo>
                  <a:pt x="36010" y="337277"/>
                </a:lnTo>
                <a:cubicBezTo>
                  <a:pt x="16122" y="337277"/>
                  <a:pt x="0" y="321154"/>
                  <a:pt x="0" y="301267"/>
                </a:cubicBezTo>
                <a:lnTo>
                  <a:pt x="0" y="36010"/>
                </a:lnTo>
                <a:cubicBezTo>
                  <a:pt x="0" y="16122"/>
                  <a:pt x="16122" y="0"/>
                  <a:pt x="36010" y="0"/>
                </a:cubicBezTo>
                <a:close/>
              </a:path>
            </a:pathLst>
          </a:custGeom>
          <a:solidFill>
            <a:srgbClr val="909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rot="-4530708">
            <a:off x="137669" y="6443444"/>
            <a:ext cx="3711974" cy="6850958"/>
          </a:xfrm>
          <a:custGeom>
            <a:avLst/>
            <a:gdLst/>
            <a:ahLst/>
            <a:cxnLst/>
            <a:rect l="l" t="t" r="r" b="b"/>
            <a:pathLst>
              <a:path w="3714656" h="6855909" extrusionOk="0">
                <a:moveTo>
                  <a:pt x="0" y="0"/>
                </a:moveTo>
                <a:lnTo>
                  <a:pt x="3714656" y="0"/>
                </a:lnTo>
                <a:lnTo>
                  <a:pt x="3714656" y="6855909"/>
                </a:lnTo>
                <a:lnTo>
                  <a:pt x="0" y="6855909"/>
                </a:lnTo>
                <a:lnTo>
                  <a:pt x="0" y="0"/>
                </a:lnTo>
                <a:close/>
              </a:path>
            </a:pathLst>
          </a:custGeom>
          <a:blipFill rotWithShape="1">
            <a:blip r:embed="rId2">
              <a:alphaModFix/>
            </a:blip>
            <a:stretch>
              <a:fillRect/>
            </a:stretch>
          </a:blipFill>
          <a:ln>
            <a:noFill/>
          </a:ln>
        </p:spPr>
      </p:sp>
      <p:grpSp>
        <p:nvGrpSpPr>
          <p:cNvPr id="101" name="Google Shape;101;p5"/>
          <p:cNvGrpSpPr/>
          <p:nvPr/>
        </p:nvGrpSpPr>
        <p:grpSpPr>
          <a:xfrm>
            <a:off x="1028700" y="3879740"/>
            <a:ext cx="7524760" cy="5058142"/>
            <a:chOff x="0" y="0"/>
            <a:chExt cx="1414535" cy="950850"/>
          </a:xfrm>
        </p:grpSpPr>
        <p:sp>
          <p:nvSpPr>
            <p:cNvPr id="102" name="Google Shape;102;p5"/>
            <p:cNvSpPr/>
            <p:nvPr/>
          </p:nvSpPr>
          <p:spPr>
            <a:xfrm>
              <a:off x="0" y="0"/>
              <a:ext cx="1414535" cy="950703"/>
            </a:xfrm>
            <a:custGeom>
              <a:avLst/>
              <a:gdLst/>
              <a:ahLst/>
              <a:cxnLst/>
              <a:rect l="l" t="t" r="r" b="b"/>
              <a:pathLst>
                <a:path w="1414535" h="950703" extrusionOk="0">
                  <a:moveTo>
                    <a:pt x="36010" y="0"/>
                  </a:moveTo>
                  <a:lnTo>
                    <a:pt x="1378525" y="0"/>
                  </a:lnTo>
                  <a:cubicBezTo>
                    <a:pt x="1388075" y="0"/>
                    <a:pt x="1397235" y="3794"/>
                    <a:pt x="1403988" y="10547"/>
                  </a:cubicBezTo>
                  <a:cubicBezTo>
                    <a:pt x="1410741" y="17300"/>
                    <a:pt x="1414535" y="26460"/>
                    <a:pt x="1414535" y="36010"/>
                  </a:cubicBezTo>
                  <a:lnTo>
                    <a:pt x="1414535" y="914693"/>
                  </a:lnTo>
                  <a:cubicBezTo>
                    <a:pt x="1414535" y="934580"/>
                    <a:pt x="1398413" y="950703"/>
                    <a:pt x="1378525" y="950703"/>
                  </a:cubicBezTo>
                  <a:lnTo>
                    <a:pt x="36010" y="950703"/>
                  </a:lnTo>
                  <a:cubicBezTo>
                    <a:pt x="16122" y="950703"/>
                    <a:pt x="0" y="934580"/>
                    <a:pt x="0" y="914693"/>
                  </a:cubicBezTo>
                  <a:lnTo>
                    <a:pt x="0" y="36010"/>
                  </a:lnTo>
                  <a:cubicBezTo>
                    <a:pt x="0" y="16122"/>
                    <a:pt x="16122" y="0"/>
                    <a:pt x="36010"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txBox="1"/>
            <p:nvPr/>
          </p:nvSpPr>
          <p:spPr>
            <a:xfrm>
              <a:off x="0" y="133350"/>
              <a:ext cx="1414500" cy="817500"/>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4" name="Google Shape;104;p5"/>
          <p:cNvSpPr/>
          <p:nvPr/>
        </p:nvSpPr>
        <p:spPr>
          <a:xfrm>
            <a:off x="9734550" y="3139680"/>
            <a:ext cx="7525988" cy="1280809"/>
          </a:xfrm>
          <a:custGeom>
            <a:avLst/>
            <a:gdLst/>
            <a:ahLst/>
            <a:cxnLst/>
            <a:rect l="l" t="t" r="r" b="b"/>
            <a:pathLst>
              <a:path w="1981827" h="337277" extrusionOk="0">
                <a:moveTo>
                  <a:pt x="36010" y="0"/>
                </a:moveTo>
                <a:lnTo>
                  <a:pt x="1945817" y="0"/>
                </a:lnTo>
                <a:cubicBezTo>
                  <a:pt x="1965705" y="0"/>
                  <a:pt x="1981827" y="16122"/>
                  <a:pt x="1981827" y="36010"/>
                </a:cubicBezTo>
                <a:lnTo>
                  <a:pt x="1981827" y="301267"/>
                </a:lnTo>
                <a:cubicBezTo>
                  <a:pt x="1981827" y="310817"/>
                  <a:pt x="1978033" y="319976"/>
                  <a:pt x="1971280" y="326730"/>
                </a:cubicBezTo>
                <a:cubicBezTo>
                  <a:pt x="1964527" y="333483"/>
                  <a:pt x="1955367" y="337277"/>
                  <a:pt x="1945817" y="337277"/>
                </a:cubicBezTo>
                <a:lnTo>
                  <a:pt x="36010" y="337277"/>
                </a:lnTo>
                <a:cubicBezTo>
                  <a:pt x="16122" y="337277"/>
                  <a:pt x="0" y="321154"/>
                  <a:pt x="0" y="301267"/>
                </a:cubicBezTo>
                <a:lnTo>
                  <a:pt x="0" y="36010"/>
                </a:lnTo>
                <a:cubicBezTo>
                  <a:pt x="0" y="16122"/>
                  <a:pt x="16122" y="0"/>
                  <a:pt x="36010" y="0"/>
                </a:cubicBezTo>
                <a:close/>
              </a:path>
            </a:pathLst>
          </a:custGeom>
          <a:solidFill>
            <a:srgbClr val="909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rot="-1266572">
            <a:off x="11236708" y="8220950"/>
            <a:ext cx="8467067" cy="1724203"/>
          </a:xfrm>
          <a:custGeom>
            <a:avLst/>
            <a:gdLst/>
            <a:ahLst/>
            <a:cxnLst/>
            <a:rect l="l" t="t" r="r" b="b"/>
            <a:pathLst>
              <a:path w="8470641" h="1724931" extrusionOk="0">
                <a:moveTo>
                  <a:pt x="0" y="0"/>
                </a:moveTo>
                <a:lnTo>
                  <a:pt x="8470641" y="0"/>
                </a:lnTo>
                <a:lnTo>
                  <a:pt x="8470641" y="1724931"/>
                </a:lnTo>
                <a:lnTo>
                  <a:pt x="0" y="1724931"/>
                </a:lnTo>
                <a:lnTo>
                  <a:pt x="0" y="0"/>
                </a:lnTo>
                <a:close/>
              </a:path>
            </a:pathLst>
          </a:custGeom>
          <a:blipFill rotWithShape="1">
            <a:blip r:embed="rId3">
              <a:alphaModFix/>
            </a:blip>
            <a:stretch>
              <a:fillRect/>
            </a:stretch>
          </a:blipFill>
          <a:ln>
            <a:noFill/>
          </a:ln>
        </p:spPr>
      </p:sp>
      <p:grpSp>
        <p:nvGrpSpPr>
          <p:cNvPr id="106" name="Google Shape;106;p5"/>
          <p:cNvGrpSpPr/>
          <p:nvPr/>
        </p:nvGrpSpPr>
        <p:grpSpPr>
          <a:xfrm>
            <a:off x="9734550" y="3879740"/>
            <a:ext cx="7524760" cy="5058142"/>
            <a:chOff x="0" y="0"/>
            <a:chExt cx="1414535" cy="950850"/>
          </a:xfrm>
        </p:grpSpPr>
        <p:sp>
          <p:nvSpPr>
            <p:cNvPr id="107" name="Google Shape;107;p5"/>
            <p:cNvSpPr/>
            <p:nvPr/>
          </p:nvSpPr>
          <p:spPr>
            <a:xfrm>
              <a:off x="0" y="0"/>
              <a:ext cx="1414535" cy="950703"/>
            </a:xfrm>
            <a:custGeom>
              <a:avLst/>
              <a:gdLst/>
              <a:ahLst/>
              <a:cxnLst/>
              <a:rect l="l" t="t" r="r" b="b"/>
              <a:pathLst>
                <a:path w="1414535" h="950703" extrusionOk="0">
                  <a:moveTo>
                    <a:pt x="36010" y="0"/>
                  </a:moveTo>
                  <a:lnTo>
                    <a:pt x="1378525" y="0"/>
                  </a:lnTo>
                  <a:cubicBezTo>
                    <a:pt x="1388075" y="0"/>
                    <a:pt x="1397235" y="3794"/>
                    <a:pt x="1403988" y="10547"/>
                  </a:cubicBezTo>
                  <a:cubicBezTo>
                    <a:pt x="1410741" y="17300"/>
                    <a:pt x="1414535" y="26460"/>
                    <a:pt x="1414535" y="36010"/>
                  </a:cubicBezTo>
                  <a:lnTo>
                    <a:pt x="1414535" y="914693"/>
                  </a:lnTo>
                  <a:cubicBezTo>
                    <a:pt x="1414535" y="934580"/>
                    <a:pt x="1398413" y="950703"/>
                    <a:pt x="1378525" y="950703"/>
                  </a:cubicBezTo>
                  <a:lnTo>
                    <a:pt x="36010" y="950703"/>
                  </a:lnTo>
                  <a:cubicBezTo>
                    <a:pt x="16122" y="950703"/>
                    <a:pt x="0" y="934580"/>
                    <a:pt x="0" y="914693"/>
                  </a:cubicBezTo>
                  <a:lnTo>
                    <a:pt x="0" y="36010"/>
                  </a:lnTo>
                  <a:cubicBezTo>
                    <a:pt x="0" y="16122"/>
                    <a:pt x="16122" y="0"/>
                    <a:pt x="36010"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txBox="1"/>
            <p:nvPr/>
          </p:nvSpPr>
          <p:spPr>
            <a:xfrm>
              <a:off x="0" y="133350"/>
              <a:ext cx="1414500" cy="817500"/>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5"/>
          <p:cNvSpPr txBox="1">
            <a:spLocks noGrp="1"/>
          </p:cNvSpPr>
          <p:nvPr>
            <p:ph type="title"/>
          </p:nvPr>
        </p:nvSpPr>
        <p:spPr>
          <a:xfrm>
            <a:off x="1028700" y="1145625"/>
            <a:ext cx="9254100" cy="1491600"/>
          </a:xfrm>
          <a:prstGeom prst="rect">
            <a:avLst/>
          </a:prstGeom>
          <a:noFill/>
          <a:ln>
            <a:noFill/>
          </a:ln>
        </p:spPr>
        <p:txBody>
          <a:bodyPr spcFirstLastPara="1" wrap="square" lIns="91425" tIns="45700" rIns="91425" bIns="45700" anchor="ctr" anchorCtr="0">
            <a:normAutofit/>
          </a:bodyPr>
          <a:lstStyle>
            <a:lvl1pPr marR="0" lvl="0" algn="l">
              <a:spcBef>
                <a:spcPts val="0"/>
              </a:spcBef>
              <a:spcAft>
                <a:spcPts val="0"/>
              </a:spcAft>
              <a:buSzPts val="6000"/>
              <a:buFont typeface="Martel"/>
              <a:buNone/>
              <a:defRPr sz="6000" i="0" u="none" strike="noStrike" cap="none">
                <a:latin typeface="Martel"/>
                <a:ea typeface="Martel"/>
                <a:cs typeface="Martel"/>
                <a:sym typeface="Mart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0" name="Google Shape;110;p5"/>
          <p:cNvSpPr txBox="1">
            <a:spLocks noGrp="1"/>
          </p:cNvSpPr>
          <p:nvPr>
            <p:ph type="title" idx="2"/>
          </p:nvPr>
        </p:nvSpPr>
        <p:spPr>
          <a:xfrm>
            <a:off x="12416750" y="1245275"/>
            <a:ext cx="4843800" cy="406500"/>
          </a:xfrm>
          <a:prstGeom prst="rect">
            <a:avLst/>
          </a:prstGeom>
          <a:noFill/>
          <a:ln>
            <a:noFill/>
          </a:ln>
        </p:spPr>
        <p:txBody>
          <a:bodyPr spcFirstLastPara="1" wrap="square" lIns="91425" tIns="45700" rIns="91425" bIns="45700" anchor="ctr" anchorCtr="0">
            <a:normAutofit/>
          </a:bodyPr>
          <a:lstStyle>
            <a:lvl1pPr marR="0" lvl="0" algn="l">
              <a:spcBef>
                <a:spcPts val="0"/>
              </a:spcBef>
              <a:spcAft>
                <a:spcPts val="0"/>
              </a:spcAft>
              <a:buClr>
                <a:schemeClr val="dk1"/>
              </a:buClr>
              <a:buSzPts val="2000"/>
              <a:buFont typeface="Inclusive Sans"/>
              <a:buNone/>
              <a:defRPr sz="2000" i="0" u="none" strike="noStrike" cap="none">
                <a:solidFill>
                  <a:schemeClr val="dk1"/>
                </a:solidFill>
                <a:latin typeface="Inclusive Sans"/>
                <a:ea typeface="Inclusive Sans"/>
                <a:cs typeface="Inclusive Sans"/>
                <a:sym typeface="Inclusive Sans"/>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rgbClr val="E17411"/>
        </a:solidFill>
        <a:effectLst/>
      </p:bgPr>
    </p:bg>
    <p:spTree>
      <p:nvGrpSpPr>
        <p:cNvPr id="1" name="Shape 111"/>
        <p:cNvGrpSpPr/>
        <p:nvPr/>
      </p:nvGrpSpPr>
      <p:grpSpPr>
        <a:xfrm>
          <a:off x="0" y="0"/>
          <a:ext cx="0" cy="0"/>
          <a:chOff x="0" y="0"/>
          <a:chExt cx="0" cy="0"/>
        </a:xfrm>
      </p:grpSpPr>
      <p:sp>
        <p:nvSpPr>
          <p:cNvPr id="112" name="Google Shape;112;p6"/>
          <p:cNvSpPr/>
          <p:nvPr/>
        </p:nvSpPr>
        <p:spPr>
          <a:xfrm rot="10317056">
            <a:off x="6942682" y="-706100"/>
            <a:ext cx="4116702" cy="3465515"/>
          </a:xfrm>
          <a:custGeom>
            <a:avLst/>
            <a:gdLst/>
            <a:ahLst/>
            <a:cxnLst/>
            <a:rect l="l" t="t" r="r" b="b"/>
            <a:pathLst>
              <a:path w="4117320" h="3466035" extrusionOk="0">
                <a:moveTo>
                  <a:pt x="0" y="0"/>
                </a:moveTo>
                <a:lnTo>
                  <a:pt x="4117320" y="0"/>
                </a:lnTo>
                <a:lnTo>
                  <a:pt x="4117320" y="3466036"/>
                </a:lnTo>
                <a:lnTo>
                  <a:pt x="0" y="3466036"/>
                </a:lnTo>
                <a:lnTo>
                  <a:pt x="0" y="0"/>
                </a:lnTo>
                <a:close/>
              </a:path>
            </a:pathLst>
          </a:custGeom>
          <a:blipFill rotWithShape="1">
            <a:blip r:embed="rId2">
              <a:alphaModFix/>
            </a:blip>
            <a:stretch>
              <a:fillRect/>
            </a:stretch>
          </a:blipFill>
          <a:ln>
            <a:noFill/>
          </a:ln>
        </p:spPr>
      </p:sp>
      <p:grpSp>
        <p:nvGrpSpPr>
          <p:cNvPr id="113" name="Google Shape;113;p6"/>
          <p:cNvGrpSpPr/>
          <p:nvPr/>
        </p:nvGrpSpPr>
        <p:grpSpPr>
          <a:xfrm>
            <a:off x="894924" y="1028700"/>
            <a:ext cx="6932503" cy="8489284"/>
            <a:chOff x="0" y="0"/>
            <a:chExt cx="1303200" cy="1595850"/>
          </a:xfrm>
        </p:grpSpPr>
        <p:sp>
          <p:nvSpPr>
            <p:cNvPr id="114" name="Google Shape;114;p6"/>
            <p:cNvSpPr/>
            <p:nvPr/>
          </p:nvSpPr>
          <p:spPr>
            <a:xfrm>
              <a:off x="0" y="0"/>
              <a:ext cx="1303167" cy="1595828"/>
            </a:xfrm>
            <a:custGeom>
              <a:avLst/>
              <a:gdLst/>
              <a:ahLst/>
              <a:cxnLst/>
              <a:rect l="l" t="t" r="r" b="b"/>
              <a:pathLst>
                <a:path w="1303167" h="1595828" extrusionOk="0">
                  <a:moveTo>
                    <a:pt x="39088" y="0"/>
                  </a:moveTo>
                  <a:lnTo>
                    <a:pt x="1264079" y="0"/>
                  </a:lnTo>
                  <a:cubicBezTo>
                    <a:pt x="1285666" y="0"/>
                    <a:pt x="1303167" y="17500"/>
                    <a:pt x="1303167" y="39088"/>
                  </a:cubicBezTo>
                  <a:lnTo>
                    <a:pt x="1303167" y="1556741"/>
                  </a:lnTo>
                  <a:cubicBezTo>
                    <a:pt x="1303167" y="1578328"/>
                    <a:pt x="1285666" y="1595828"/>
                    <a:pt x="1264079" y="1595828"/>
                  </a:cubicBezTo>
                  <a:lnTo>
                    <a:pt x="39088" y="1595828"/>
                  </a:lnTo>
                  <a:cubicBezTo>
                    <a:pt x="17500" y="1595828"/>
                    <a:pt x="0" y="1578328"/>
                    <a:pt x="0" y="1556741"/>
                  </a:cubicBezTo>
                  <a:lnTo>
                    <a:pt x="0" y="39088"/>
                  </a:lnTo>
                  <a:cubicBezTo>
                    <a:pt x="0" y="17500"/>
                    <a:pt x="17500" y="0"/>
                    <a:pt x="39088"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6"/>
            <p:cNvSpPr txBox="1"/>
            <p:nvPr/>
          </p:nvSpPr>
          <p:spPr>
            <a:xfrm>
              <a:off x="0" y="133350"/>
              <a:ext cx="1303200" cy="1462500"/>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6" name="Google Shape;116;p6"/>
          <p:cNvSpPr/>
          <p:nvPr/>
        </p:nvSpPr>
        <p:spPr>
          <a:xfrm rot="-7557222">
            <a:off x="15284977" y="6784575"/>
            <a:ext cx="2678701" cy="4943911"/>
          </a:xfrm>
          <a:custGeom>
            <a:avLst/>
            <a:gdLst/>
            <a:ahLst/>
            <a:cxnLst/>
            <a:rect l="l" t="t" r="r" b="b"/>
            <a:pathLst>
              <a:path w="2677020" h="4940809" extrusionOk="0">
                <a:moveTo>
                  <a:pt x="0" y="0"/>
                </a:moveTo>
                <a:lnTo>
                  <a:pt x="2677020" y="0"/>
                </a:lnTo>
                <a:lnTo>
                  <a:pt x="2677020" y="4940808"/>
                </a:lnTo>
                <a:lnTo>
                  <a:pt x="0" y="4940808"/>
                </a:lnTo>
                <a:lnTo>
                  <a:pt x="0" y="0"/>
                </a:lnTo>
                <a:close/>
              </a:path>
            </a:pathLst>
          </a:custGeom>
          <a:blipFill rotWithShape="1">
            <a:blip r:embed="rId3">
              <a:alphaModFix/>
            </a:blip>
            <a:stretch>
              <a:fillRect/>
            </a:stretch>
          </a:blipFill>
          <a:ln>
            <a:noFill/>
          </a:ln>
        </p:spPr>
      </p:sp>
      <p:sp>
        <p:nvSpPr>
          <p:cNvPr id="117" name="Google Shape;117;p6"/>
          <p:cNvSpPr>
            <a:spLocks noGrp="1"/>
          </p:cNvSpPr>
          <p:nvPr>
            <p:ph type="pic" idx="2"/>
          </p:nvPr>
        </p:nvSpPr>
        <p:spPr>
          <a:xfrm>
            <a:off x="1298250" y="1449600"/>
            <a:ext cx="6079200" cy="7673700"/>
          </a:xfrm>
          <a:prstGeom prst="rect">
            <a:avLst/>
          </a:prstGeom>
          <a:noFill/>
          <a:ln>
            <a:noFill/>
          </a:ln>
        </p:spPr>
      </p:sp>
      <p:sp>
        <p:nvSpPr>
          <p:cNvPr id="118" name="Google Shape;118;p6"/>
          <p:cNvSpPr txBox="1">
            <a:spLocks noGrp="1"/>
          </p:cNvSpPr>
          <p:nvPr>
            <p:ph type="title"/>
          </p:nvPr>
        </p:nvSpPr>
        <p:spPr>
          <a:xfrm>
            <a:off x="8990325" y="2773400"/>
            <a:ext cx="8228700" cy="1491600"/>
          </a:xfrm>
          <a:prstGeom prst="rect">
            <a:avLst/>
          </a:prstGeom>
          <a:noFill/>
          <a:ln>
            <a:noFill/>
          </a:ln>
        </p:spPr>
        <p:txBody>
          <a:bodyPr spcFirstLastPara="1" wrap="square" lIns="91425" tIns="45700" rIns="91425" bIns="45700" anchor="ctr" anchorCtr="0">
            <a:normAutofit/>
          </a:bodyPr>
          <a:lstStyle>
            <a:lvl1pPr marR="0" lvl="0" algn="l">
              <a:spcBef>
                <a:spcPts val="0"/>
              </a:spcBef>
              <a:spcAft>
                <a:spcPts val="0"/>
              </a:spcAft>
              <a:buClr>
                <a:srgbClr val="FAEADD"/>
              </a:buClr>
              <a:buSzPts val="6000"/>
              <a:buFont typeface="Martel"/>
              <a:buNone/>
              <a:defRPr sz="6000" i="0" u="none" strike="noStrike" cap="none">
                <a:solidFill>
                  <a:srgbClr val="FAEADD"/>
                </a:solidFill>
                <a:latin typeface="Martel"/>
                <a:ea typeface="Martel"/>
                <a:cs typeface="Martel"/>
                <a:sym typeface="Mart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9" name="Google Shape;119;p6"/>
          <p:cNvSpPr txBox="1">
            <a:spLocks noGrp="1"/>
          </p:cNvSpPr>
          <p:nvPr>
            <p:ph type="body" idx="1"/>
          </p:nvPr>
        </p:nvSpPr>
        <p:spPr>
          <a:xfrm>
            <a:off x="8989875" y="4597200"/>
            <a:ext cx="8229600" cy="45261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1pPr>
            <a:lvl2pPr marL="914400" marR="0" lvl="1" indent="-355600" algn="l">
              <a:spcBef>
                <a:spcPts val="56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2pPr>
            <a:lvl3pPr marL="1371600" marR="0" lvl="2" indent="-355600" algn="l">
              <a:spcBef>
                <a:spcPts val="48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3pPr>
            <a:lvl4pPr marL="1828800" marR="0" lvl="3"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4pPr>
            <a:lvl5pPr marL="2286000" marR="0" lvl="4"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5pPr>
            <a:lvl6pPr marL="2743200" marR="0" lvl="5"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6pPr>
            <a:lvl7pPr marL="3200400" marR="0" lvl="6"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7pPr>
            <a:lvl8pPr marL="3657600" marR="0" lvl="7"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8pPr>
            <a:lvl9pPr marL="4114800" marR="0" lvl="8" indent="-355600" algn="l">
              <a:spcBef>
                <a:spcPts val="400"/>
              </a:spcBef>
              <a:spcAft>
                <a:spcPts val="0"/>
              </a:spcAft>
              <a:buClr>
                <a:srgbClr val="FAEADD"/>
              </a:buClr>
              <a:buSzPts val="2000"/>
              <a:buFont typeface="Inclusive Sans"/>
              <a:buChar char="•"/>
              <a:defRPr sz="2000" i="0" u="none" strike="noStrike" cap="none">
                <a:solidFill>
                  <a:srgbClr val="FAEADD"/>
                </a:solidFill>
                <a:latin typeface="Inclusive Sans"/>
                <a:ea typeface="Inclusive Sans"/>
                <a:cs typeface="Inclusive Sans"/>
                <a:sym typeface="Inclusive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solidFill>
          <a:srgbClr val="90960F"/>
        </a:solidFill>
        <a:effectLst/>
      </p:bgPr>
    </p:bg>
    <p:spTree>
      <p:nvGrpSpPr>
        <p:cNvPr id="1" name="Shape 120"/>
        <p:cNvGrpSpPr/>
        <p:nvPr/>
      </p:nvGrpSpPr>
      <p:grpSpPr>
        <a:xfrm>
          <a:off x="0" y="0"/>
          <a:ext cx="0" cy="0"/>
          <a:chOff x="0" y="0"/>
          <a:chExt cx="0" cy="0"/>
        </a:xfrm>
      </p:grpSpPr>
      <p:grpSp>
        <p:nvGrpSpPr>
          <p:cNvPr id="121" name="Google Shape;121;p7"/>
          <p:cNvGrpSpPr/>
          <p:nvPr/>
        </p:nvGrpSpPr>
        <p:grpSpPr>
          <a:xfrm>
            <a:off x="3586043" y="2433604"/>
            <a:ext cx="13255523" cy="5739582"/>
            <a:chOff x="0" y="0"/>
            <a:chExt cx="2491827" cy="1078950"/>
          </a:xfrm>
        </p:grpSpPr>
        <p:sp>
          <p:nvSpPr>
            <p:cNvPr id="122" name="Google Shape;122;p7"/>
            <p:cNvSpPr/>
            <p:nvPr/>
          </p:nvSpPr>
          <p:spPr>
            <a:xfrm>
              <a:off x="0" y="0"/>
              <a:ext cx="2491827" cy="1078928"/>
            </a:xfrm>
            <a:custGeom>
              <a:avLst/>
              <a:gdLst/>
              <a:ahLst/>
              <a:cxnLst/>
              <a:rect l="l" t="t" r="r" b="b"/>
              <a:pathLst>
                <a:path w="2491827" h="1078928" extrusionOk="0">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txBox="1"/>
            <p:nvPr/>
          </p:nvSpPr>
          <p:spPr>
            <a:xfrm>
              <a:off x="0" y="133350"/>
              <a:ext cx="2491800" cy="945600"/>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7"/>
          <p:cNvSpPr/>
          <p:nvPr/>
        </p:nvSpPr>
        <p:spPr>
          <a:xfrm rot="-612915" flipH="1">
            <a:off x="-264809" y="2879843"/>
            <a:ext cx="7891113" cy="7231128"/>
          </a:xfrm>
          <a:custGeom>
            <a:avLst/>
            <a:gdLst/>
            <a:ahLst/>
            <a:cxnLst/>
            <a:rect l="l" t="t" r="r" b="b"/>
            <a:pathLst>
              <a:path w="7884291" h="7224877" extrusionOk="0">
                <a:moveTo>
                  <a:pt x="7884291" y="0"/>
                </a:moveTo>
                <a:lnTo>
                  <a:pt x="0" y="0"/>
                </a:lnTo>
                <a:lnTo>
                  <a:pt x="0" y="7224878"/>
                </a:lnTo>
                <a:lnTo>
                  <a:pt x="7884291" y="7224878"/>
                </a:lnTo>
                <a:lnTo>
                  <a:pt x="7884291" y="0"/>
                </a:lnTo>
                <a:close/>
              </a:path>
            </a:pathLst>
          </a:custGeom>
          <a:blipFill rotWithShape="1">
            <a:blip r:embed="rId2">
              <a:alphaModFix/>
            </a:blip>
            <a:stretch>
              <a:fillRect/>
            </a:stretch>
          </a:blipFill>
          <a:ln>
            <a:noFill/>
          </a:ln>
        </p:spPr>
      </p:sp>
      <p:sp>
        <p:nvSpPr>
          <p:cNvPr id="125" name="Google Shape;125;p7"/>
          <p:cNvSpPr/>
          <p:nvPr/>
        </p:nvSpPr>
        <p:spPr>
          <a:xfrm rot="6986212">
            <a:off x="240069" y="-896770"/>
            <a:ext cx="3850147" cy="3535135"/>
          </a:xfrm>
          <a:custGeom>
            <a:avLst/>
            <a:gdLst/>
            <a:ahLst/>
            <a:cxnLst/>
            <a:rect l="l" t="t" r="r" b="b"/>
            <a:pathLst>
              <a:path w="3851977" h="3536815" extrusionOk="0">
                <a:moveTo>
                  <a:pt x="0" y="0"/>
                </a:moveTo>
                <a:lnTo>
                  <a:pt x="3851977" y="0"/>
                </a:lnTo>
                <a:lnTo>
                  <a:pt x="3851977" y="3536815"/>
                </a:lnTo>
                <a:lnTo>
                  <a:pt x="0" y="3536815"/>
                </a:lnTo>
                <a:lnTo>
                  <a:pt x="0" y="0"/>
                </a:lnTo>
                <a:close/>
              </a:path>
            </a:pathLst>
          </a:custGeom>
          <a:blipFill rotWithShape="1">
            <a:blip r:embed="rId3">
              <a:alphaModFix/>
            </a:blip>
            <a:stretch>
              <a:fillRect/>
            </a:stretch>
          </a:blipFill>
          <a:ln>
            <a:noFill/>
          </a:ln>
        </p:spPr>
      </p:sp>
      <p:sp>
        <p:nvSpPr>
          <p:cNvPr id="126" name="Google Shape;126;p7"/>
          <p:cNvSpPr/>
          <p:nvPr/>
        </p:nvSpPr>
        <p:spPr>
          <a:xfrm rot="-128855">
            <a:off x="-640880" y="8430194"/>
            <a:ext cx="2749896" cy="2948233"/>
          </a:xfrm>
          <a:custGeom>
            <a:avLst/>
            <a:gdLst/>
            <a:ahLst/>
            <a:cxnLst/>
            <a:rect l="l" t="t" r="r" b="b"/>
            <a:pathLst>
              <a:path w="2747965" h="2946162" extrusionOk="0">
                <a:moveTo>
                  <a:pt x="0" y="0"/>
                </a:moveTo>
                <a:lnTo>
                  <a:pt x="2747965" y="0"/>
                </a:lnTo>
                <a:lnTo>
                  <a:pt x="2747965" y="2946161"/>
                </a:lnTo>
                <a:lnTo>
                  <a:pt x="0" y="2946161"/>
                </a:lnTo>
                <a:lnTo>
                  <a:pt x="0" y="0"/>
                </a:lnTo>
                <a:close/>
              </a:path>
            </a:pathLst>
          </a:custGeom>
          <a:blipFill rotWithShape="1">
            <a:blip r:embed="rId4">
              <a:alphaModFix/>
            </a:blip>
            <a:stretch>
              <a:fillRect/>
            </a:stretch>
          </a:blipFill>
          <a:ln>
            <a:noFill/>
          </a:ln>
        </p:spPr>
      </p:sp>
      <p:sp>
        <p:nvSpPr>
          <p:cNvPr id="127" name="Google Shape;127;p7"/>
          <p:cNvSpPr txBox="1">
            <a:spLocks noGrp="1"/>
          </p:cNvSpPr>
          <p:nvPr>
            <p:ph type="title"/>
          </p:nvPr>
        </p:nvSpPr>
        <p:spPr>
          <a:xfrm>
            <a:off x="8159825" y="2906275"/>
            <a:ext cx="8228700" cy="1491600"/>
          </a:xfrm>
          <a:prstGeom prst="rect">
            <a:avLst/>
          </a:prstGeom>
          <a:noFill/>
          <a:ln>
            <a:noFill/>
          </a:ln>
        </p:spPr>
        <p:txBody>
          <a:bodyPr spcFirstLastPara="1" wrap="square" lIns="91425" tIns="45700" rIns="91425" bIns="45700" anchor="ctr" anchorCtr="0">
            <a:normAutofit/>
          </a:bodyPr>
          <a:lstStyle>
            <a:lvl1pPr marR="0" lvl="0" algn="l">
              <a:spcBef>
                <a:spcPts val="0"/>
              </a:spcBef>
              <a:spcAft>
                <a:spcPts val="0"/>
              </a:spcAft>
              <a:buSzPts val="6000"/>
              <a:buFont typeface="Martel"/>
              <a:buNone/>
              <a:defRPr sz="6000" i="0" u="none" strike="noStrike" cap="none">
                <a:latin typeface="Martel"/>
                <a:ea typeface="Martel"/>
                <a:cs typeface="Martel"/>
                <a:sym typeface="Martel"/>
              </a:defRPr>
            </a:lvl1pPr>
            <a:lvl2pPr lvl="1">
              <a:spcBef>
                <a:spcPts val="0"/>
              </a:spcBef>
              <a:spcAft>
                <a:spcPts val="0"/>
              </a:spcAft>
              <a:buClr>
                <a:schemeClr val="dk1"/>
              </a:buClr>
              <a:buSzPts val="1400"/>
              <a:buNone/>
              <a:defRPr sz="1800">
                <a:solidFill>
                  <a:schemeClr val="dk1"/>
                </a:solidFill>
              </a:defRPr>
            </a:lvl2pPr>
            <a:lvl3pPr lvl="2">
              <a:spcBef>
                <a:spcPts val="0"/>
              </a:spcBef>
              <a:spcAft>
                <a:spcPts val="0"/>
              </a:spcAft>
              <a:buClr>
                <a:schemeClr val="dk1"/>
              </a:buClr>
              <a:buSzPts val="1400"/>
              <a:buNone/>
              <a:defRPr sz="1800">
                <a:solidFill>
                  <a:schemeClr val="dk1"/>
                </a:solidFill>
              </a:defRPr>
            </a:lvl3pPr>
            <a:lvl4pPr lvl="3">
              <a:spcBef>
                <a:spcPts val="0"/>
              </a:spcBef>
              <a:spcAft>
                <a:spcPts val="0"/>
              </a:spcAft>
              <a:buClr>
                <a:schemeClr val="dk1"/>
              </a:buClr>
              <a:buSzPts val="1400"/>
              <a:buNone/>
              <a:defRPr sz="1800">
                <a:solidFill>
                  <a:schemeClr val="dk1"/>
                </a:solidFill>
              </a:defRPr>
            </a:lvl4pPr>
            <a:lvl5pPr lvl="4">
              <a:spcBef>
                <a:spcPts val="0"/>
              </a:spcBef>
              <a:spcAft>
                <a:spcPts val="0"/>
              </a:spcAft>
              <a:buClr>
                <a:schemeClr val="dk1"/>
              </a:buClr>
              <a:buSzPts val="1400"/>
              <a:buNone/>
              <a:defRPr sz="1800">
                <a:solidFill>
                  <a:schemeClr val="dk1"/>
                </a:solidFill>
              </a:defRPr>
            </a:lvl5pPr>
            <a:lvl6pPr lvl="5">
              <a:spcBef>
                <a:spcPts val="0"/>
              </a:spcBef>
              <a:spcAft>
                <a:spcPts val="0"/>
              </a:spcAft>
              <a:buClr>
                <a:schemeClr val="dk1"/>
              </a:buClr>
              <a:buSzPts val="1400"/>
              <a:buNone/>
              <a:defRPr sz="1800">
                <a:solidFill>
                  <a:schemeClr val="dk1"/>
                </a:solidFill>
              </a:defRPr>
            </a:lvl6pPr>
            <a:lvl7pPr lvl="6">
              <a:spcBef>
                <a:spcPts val="0"/>
              </a:spcBef>
              <a:spcAft>
                <a:spcPts val="0"/>
              </a:spcAft>
              <a:buClr>
                <a:schemeClr val="dk1"/>
              </a:buClr>
              <a:buSzPts val="1400"/>
              <a:buNone/>
              <a:defRPr sz="1800">
                <a:solidFill>
                  <a:schemeClr val="dk1"/>
                </a:solidFill>
              </a:defRPr>
            </a:lvl7pPr>
            <a:lvl8pPr lvl="7">
              <a:spcBef>
                <a:spcPts val="0"/>
              </a:spcBef>
              <a:spcAft>
                <a:spcPts val="0"/>
              </a:spcAft>
              <a:buClr>
                <a:schemeClr val="dk1"/>
              </a:buClr>
              <a:buSzPts val="1400"/>
              <a:buNone/>
              <a:defRPr sz="1800">
                <a:solidFill>
                  <a:schemeClr val="dk1"/>
                </a:solidFill>
              </a:defRPr>
            </a:lvl8pPr>
            <a:lvl9pPr lvl="8">
              <a:spcBef>
                <a:spcPts val="0"/>
              </a:spcBef>
              <a:spcAft>
                <a:spcPts val="0"/>
              </a:spcAft>
              <a:buClr>
                <a:schemeClr val="dk1"/>
              </a:buClr>
              <a:buSzPts val="1400"/>
              <a:buNone/>
              <a:defRPr sz="1800">
                <a:solidFill>
                  <a:schemeClr val="dk1"/>
                </a:solidFill>
              </a:defRPr>
            </a:lvl9pPr>
          </a:lstStyle>
          <a:p>
            <a:endParaRPr/>
          </a:p>
        </p:txBody>
      </p:sp>
      <p:sp>
        <p:nvSpPr>
          <p:cNvPr id="128" name="Google Shape;128;p7"/>
          <p:cNvSpPr txBox="1">
            <a:spLocks noGrp="1"/>
          </p:cNvSpPr>
          <p:nvPr>
            <p:ph type="body" idx="1"/>
          </p:nvPr>
        </p:nvSpPr>
        <p:spPr>
          <a:xfrm>
            <a:off x="8159375" y="4730075"/>
            <a:ext cx="8229600" cy="29793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SzPts val="2000"/>
              <a:buFont typeface="Inclusive Sans"/>
              <a:buChar char="•"/>
              <a:defRPr sz="2000" i="0" u="none" strike="noStrike" cap="none">
                <a:latin typeface="Inclusive Sans"/>
                <a:ea typeface="Inclusive Sans"/>
                <a:cs typeface="Inclusive Sans"/>
                <a:sym typeface="Inclusive Sans"/>
              </a:defRPr>
            </a:lvl1pPr>
            <a:lvl2pPr marL="914400" marR="0" lvl="1" indent="-355600" algn="l">
              <a:spcBef>
                <a:spcPts val="560"/>
              </a:spcBef>
              <a:spcAft>
                <a:spcPts val="0"/>
              </a:spcAft>
              <a:buSzPts val="2000"/>
              <a:buFont typeface="Inclusive Sans"/>
              <a:buChar char="–"/>
              <a:defRPr sz="2000" i="0" u="none" strike="noStrike" cap="none">
                <a:latin typeface="Inclusive Sans"/>
                <a:ea typeface="Inclusive Sans"/>
                <a:cs typeface="Inclusive Sans"/>
                <a:sym typeface="Inclusive Sans"/>
              </a:defRPr>
            </a:lvl2pPr>
            <a:lvl3pPr marL="1371600" marR="0" lvl="2" indent="-355600" algn="l">
              <a:spcBef>
                <a:spcPts val="480"/>
              </a:spcBef>
              <a:spcAft>
                <a:spcPts val="0"/>
              </a:spcAft>
              <a:buSzPts val="2000"/>
              <a:buFont typeface="Inclusive Sans"/>
              <a:buChar char="•"/>
              <a:defRPr sz="2000" i="0" u="none" strike="noStrike" cap="none">
                <a:latin typeface="Inclusive Sans"/>
                <a:ea typeface="Inclusive Sans"/>
                <a:cs typeface="Inclusive Sans"/>
                <a:sym typeface="Inclusive Sans"/>
              </a:defRPr>
            </a:lvl3pPr>
            <a:lvl4pPr marL="1828800" marR="0" lvl="3"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4pPr>
            <a:lvl5pPr marL="2286000" marR="0" lvl="4"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5pPr>
            <a:lvl6pPr marL="2743200" marR="0" lvl="5"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6pPr>
            <a:lvl7pPr marL="3200400" marR="0" lvl="6"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7pPr>
            <a:lvl8pPr marL="3657600" marR="0" lvl="7"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8pPr>
            <a:lvl9pPr marL="4114800" marR="0" lvl="8" indent="-355600" algn="l">
              <a:spcBef>
                <a:spcPts val="400"/>
              </a:spcBef>
              <a:spcAft>
                <a:spcPts val="0"/>
              </a:spcAft>
              <a:buSzPts val="2000"/>
              <a:buFont typeface="Inclusive Sans"/>
              <a:buChar char="•"/>
              <a:defRPr sz="2000" i="0" u="none" strike="noStrike" cap="none">
                <a:latin typeface="Inclusive Sans"/>
                <a:ea typeface="Inclusive Sans"/>
                <a:cs typeface="Inclusive Sans"/>
                <a:sym typeface="Inclusive Sans"/>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Martel"/>
              <a:buNone/>
              <a:defRPr sz="4400" i="0" u="none" strike="noStrike" cap="none">
                <a:solidFill>
                  <a:schemeClr val="dk1"/>
                </a:solidFill>
                <a:latin typeface="Martel"/>
                <a:ea typeface="Martel"/>
                <a:cs typeface="Martel"/>
                <a:sym typeface="Mart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1pPr>
            <a:lvl2pPr marL="914400" marR="0" lvl="1" indent="-355600" algn="l" rtl="0">
              <a:spcBef>
                <a:spcPts val="56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2pPr>
            <a:lvl3pPr marL="1371600" marR="0" lvl="2" indent="-355600" algn="l" rtl="0">
              <a:spcBef>
                <a:spcPts val="48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3pPr>
            <a:lvl4pPr marL="1828800" marR="0" lvl="3"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4pPr>
            <a:lvl5pPr marL="2286000" marR="0" lvl="4"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5pPr>
            <a:lvl6pPr marL="2743200" marR="0" lvl="5"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6pPr>
            <a:lvl7pPr marL="3200400" marR="0" lvl="6"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7pPr>
            <a:lvl8pPr marL="3657600" marR="0" lvl="7"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8pPr>
            <a:lvl9pPr marL="4114800" marR="0" lvl="8" indent="-355600" algn="l" rtl="0">
              <a:spcBef>
                <a:spcPts val="400"/>
              </a:spcBef>
              <a:spcAft>
                <a:spcPts val="0"/>
              </a:spcAft>
              <a:buClr>
                <a:schemeClr val="dk1"/>
              </a:buClr>
              <a:buSzPts val="2000"/>
              <a:buFont typeface="Inclusive Sans"/>
              <a:buChar char="•"/>
              <a:defRPr sz="2000" i="0" u="none" strike="noStrike" cap="none">
                <a:solidFill>
                  <a:schemeClr val="dk1"/>
                </a:solidFill>
                <a:latin typeface="Inclusive Sans"/>
                <a:ea typeface="Inclusive Sans"/>
                <a:cs typeface="Inclusive Sans"/>
                <a:sym typeface="Inclusive Sans"/>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em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Kaviya23489" TargetMode="External"/><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www.linkedin.com/in/kaviya-dharshini-823862317" TargetMode="Externa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7411"/>
        </a:solidFill>
        <a:effectLst/>
      </p:bgPr>
    </p:bg>
    <p:spTree>
      <p:nvGrpSpPr>
        <p:cNvPr id="1" name="Shape 132"/>
        <p:cNvGrpSpPr/>
        <p:nvPr/>
      </p:nvGrpSpPr>
      <p:grpSpPr>
        <a:xfrm>
          <a:off x="0" y="0"/>
          <a:ext cx="0" cy="0"/>
          <a:chOff x="0" y="0"/>
          <a:chExt cx="0" cy="0"/>
        </a:xfrm>
      </p:grpSpPr>
      <p:grpSp>
        <p:nvGrpSpPr>
          <p:cNvPr id="133" name="Google Shape;133;p8"/>
          <p:cNvGrpSpPr/>
          <p:nvPr/>
        </p:nvGrpSpPr>
        <p:grpSpPr>
          <a:xfrm>
            <a:off x="1028700" y="1290263"/>
            <a:ext cx="4147984" cy="4245814"/>
            <a:chOff x="0" y="0"/>
            <a:chExt cx="380267" cy="798147"/>
          </a:xfrm>
        </p:grpSpPr>
        <p:sp>
          <p:nvSpPr>
            <p:cNvPr id="134" name="Google Shape;134;p8"/>
            <p:cNvSpPr/>
            <p:nvPr/>
          </p:nvSpPr>
          <p:spPr>
            <a:xfrm>
              <a:off x="0" y="0"/>
              <a:ext cx="380267" cy="798146"/>
            </a:xfrm>
            <a:custGeom>
              <a:avLst/>
              <a:gdLst/>
              <a:ahLst/>
              <a:cxnLst/>
              <a:rect l="l" t="t" r="r" b="b"/>
              <a:pathLst>
                <a:path w="380267" h="798146" extrusionOk="0">
                  <a:moveTo>
                    <a:pt x="133952" y="0"/>
                  </a:moveTo>
                  <a:lnTo>
                    <a:pt x="246314" y="0"/>
                  </a:lnTo>
                  <a:cubicBezTo>
                    <a:pt x="320294" y="0"/>
                    <a:pt x="380267" y="59972"/>
                    <a:pt x="380267" y="133952"/>
                  </a:cubicBezTo>
                  <a:lnTo>
                    <a:pt x="380267" y="664194"/>
                  </a:lnTo>
                  <a:cubicBezTo>
                    <a:pt x="380267" y="738174"/>
                    <a:pt x="320294" y="798146"/>
                    <a:pt x="246314" y="798146"/>
                  </a:cubicBezTo>
                  <a:lnTo>
                    <a:pt x="133952" y="798146"/>
                  </a:lnTo>
                  <a:cubicBezTo>
                    <a:pt x="59972" y="798146"/>
                    <a:pt x="0" y="738174"/>
                    <a:pt x="0" y="664194"/>
                  </a:cubicBezTo>
                  <a:lnTo>
                    <a:pt x="0" y="133952"/>
                  </a:lnTo>
                  <a:cubicBezTo>
                    <a:pt x="0" y="59972"/>
                    <a:pt x="59972" y="0"/>
                    <a:pt x="133952" y="0"/>
                  </a:cubicBezTo>
                  <a:close/>
                </a:path>
              </a:pathLst>
            </a:custGeom>
            <a:solidFill>
              <a:srgbClr val="909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8"/>
            <p:cNvSpPr txBox="1"/>
            <p:nvPr/>
          </p:nvSpPr>
          <p:spPr>
            <a:xfrm>
              <a:off x="0" y="104775"/>
              <a:ext cx="380267" cy="693372"/>
            </a:xfrm>
            <a:prstGeom prst="rect">
              <a:avLst/>
            </a:prstGeom>
            <a:noFill/>
            <a:ln>
              <a:noFill/>
            </a:ln>
          </p:spPr>
          <p:txBody>
            <a:bodyPr spcFirstLastPara="1" wrap="square" lIns="50800" tIns="50800" rIns="50800" bIns="50800" anchor="ctr" anchorCtr="0">
              <a:noAutofit/>
            </a:bodyPr>
            <a:lstStyle/>
            <a:p>
              <a:pPr marL="0" marR="0" lvl="0" indent="0" algn="ctr" rtl="0">
                <a:lnSpc>
                  <a:spcPct val="44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6" name="Google Shape;136;p8"/>
          <p:cNvSpPr/>
          <p:nvPr/>
        </p:nvSpPr>
        <p:spPr>
          <a:xfrm rot="-993417">
            <a:off x="9488748" y="192417"/>
            <a:ext cx="3644948" cy="3101519"/>
          </a:xfrm>
          <a:custGeom>
            <a:avLst/>
            <a:gdLst/>
            <a:ahLst/>
            <a:cxnLst/>
            <a:rect l="l" t="t" r="r" b="b"/>
            <a:pathLst>
              <a:path w="3644948" h="3101519" extrusionOk="0">
                <a:moveTo>
                  <a:pt x="0" y="0"/>
                </a:moveTo>
                <a:lnTo>
                  <a:pt x="3644948" y="0"/>
                </a:lnTo>
                <a:lnTo>
                  <a:pt x="3644948" y="3101519"/>
                </a:lnTo>
                <a:lnTo>
                  <a:pt x="0" y="3101519"/>
                </a:lnTo>
                <a:lnTo>
                  <a:pt x="0" y="0"/>
                </a:lnTo>
                <a:close/>
              </a:path>
            </a:pathLst>
          </a:custGeom>
          <a:blipFill rotWithShape="1">
            <a:blip r:embed="rId3">
              <a:alphaModFix/>
            </a:blip>
            <a:stretch>
              <a:fillRect/>
            </a:stretch>
          </a:blipFill>
          <a:ln>
            <a:noFill/>
          </a:ln>
        </p:spPr>
      </p:sp>
      <p:grpSp>
        <p:nvGrpSpPr>
          <p:cNvPr id="137" name="Google Shape;137;p8"/>
          <p:cNvGrpSpPr/>
          <p:nvPr/>
        </p:nvGrpSpPr>
        <p:grpSpPr>
          <a:xfrm>
            <a:off x="1028700" y="2319416"/>
            <a:ext cx="14967370" cy="5739459"/>
            <a:chOff x="0" y="0"/>
            <a:chExt cx="2491827" cy="1078928"/>
          </a:xfrm>
        </p:grpSpPr>
        <p:sp>
          <p:nvSpPr>
            <p:cNvPr id="138" name="Google Shape;138;p8"/>
            <p:cNvSpPr/>
            <p:nvPr/>
          </p:nvSpPr>
          <p:spPr>
            <a:xfrm>
              <a:off x="0" y="0"/>
              <a:ext cx="2491827" cy="1078928"/>
            </a:xfrm>
            <a:custGeom>
              <a:avLst/>
              <a:gdLst/>
              <a:ahLst/>
              <a:cxnLst/>
              <a:rect l="l" t="t" r="r" b="b"/>
              <a:pathLst>
                <a:path w="2491827" h="1078928" extrusionOk="0">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txBox="1"/>
            <p:nvPr/>
          </p:nvSpPr>
          <p:spPr>
            <a:xfrm>
              <a:off x="0" y="133350"/>
              <a:ext cx="2491827" cy="945578"/>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0" name="Google Shape;140;p8"/>
          <p:cNvGrpSpPr/>
          <p:nvPr/>
        </p:nvGrpSpPr>
        <p:grpSpPr>
          <a:xfrm>
            <a:off x="1028700" y="8450838"/>
            <a:ext cx="6642951" cy="908836"/>
            <a:chOff x="0" y="0"/>
            <a:chExt cx="1749584" cy="239364"/>
          </a:xfrm>
        </p:grpSpPr>
        <p:sp>
          <p:nvSpPr>
            <p:cNvPr id="141" name="Google Shape;141;p8"/>
            <p:cNvSpPr/>
            <p:nvPr/>
          </p:nvSpPr>
          <p:spPr>
            <a:xfrm>
              <a:off x="0" y="0"/>
              <a:ext cx="1745581" cy="239364"/>
            </a:xfrm>
            <a:custGeom>
              <a:avLst/>
              <a:gdLst/>
              <a:ahLst/>
              <a:cxnLst/>
              <a:rect l="l" t="t" r="r" b="b"/>
              <a:pathLst>
                <a:path w="1745581" h="239364" extrusionOk="0">
                  <a:moveTo>
                    <a:pt x="40884" y="0"/>
                  </a:moveTo>
                  <a:lnTo>
                    <a:pt x="1704697" y="0"/>
                  </a:lnTo>
                  <a:cubicBezTo>
                    <a:pt x="1727277" y="0"/>
                    <a:pt x="1745581" y="18304"/>
                    <a:pt x="1745581" y="40884"/>
                  </a:cubicBezTo>
                  <a:lnTo>
                    <a:pt x="1745581" y="198481"/>
                  </a:lnTo>
                  <a:cubicBezTo>
                    <a:pt x="1745581" y="209324"/>
                    <a:pt x="1741274" y="219723"/>
                    <a:pt x="1733606" y="227390"/>
                  </a:cubicBezTo>
                  <a:cubicBezTo>
                    <a:pt x="1725939" y="235057"/>
                    <a:pt x="1715540" y="239364"/>
                    <a:pt x="1704697" y="239364"/>
                  </a:cubicBezTo>
                  <a:lnTo>
                    <a:pt x="40884" y="239364"/>
                  </a:lnTo>
                  <a:cubicBezTo>
                    <a:pt x="18304" y="239364"/>
                    <a:pt x="0" y="221060"/>
                    <a:pt x="0" y="198481"/>
                  </a:cubicBezTo>
                  <a:lnTo>
                    <a:pt x="0" y="40884"/>
                  </a:lnTo>
                  <a:cubicBezTo>
                    <a:pt x="0" y="18304"/>
                    <a:pt x="18304" y="0"/>
                    <a:pt x="40884" y="0"/>
                  </a:cubicBezTo>
                  <a:close/>
                </a:path>
              </a:pathLst>
            </a:custGeom>
            <a:solidFill>
              <a:srgbClr val="EDC7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txBox="1"/>
            <p:nvPr/>
          </p:nvSpPr>
          <p:spPr>
            <a:xfrm>
              <a:off x="3884" y="76203"/>
              <a:ext cx="1745700" cy="87000"/>
            </a:xfrm>
            <a:prstGeom prst="rect">
              <a:avLst/>
            </a:prstGeom>
            <a:noFill/>
            <a:ln>
              <a:noFill/>
            </a:ln>
          </p:spPr>
          <p:txBody>
            <a:bodyPr spcFirstLastPara="1" wrap="square" lIns="254000" tIns="254000" rIns="254000" bIns="254000" anchor="ctr" anchorCtr="0">
              <a:noAutofit/>
            </a:bodyPr>
            <a:lstStyle/>
            <a:p>
              <a:pPr marL="0" marR="0" lvl="0" indent="0" algn="ctr" rtl="0">
                <a:lnSpc>
                  <a:spcPct val="49979"/>
                </a:lnSpc>
                <a:spcBef>
                  <a:spcPts val="0"/>
                </a:spcBef>
                <a:spcAft>
                  <a:spcPts val="0"/>
                </a:spcAft>
                <a:buNone/>
              </a:pPr>
              <a:r>
                <a:rPr lang="en-US" sz="2399" dirty="0">
                  <a:latin typeface="Inclusive Sans"/>
                  <a:cs typeface="Inclusive Sans"/>
                  <a:sym typeface="Inclusive Sans"/>
                </a:rPr>
                <a:t>KAVIYA DHARSHINI</a:t>
              </a:r>
              <a:endParaRPr dirty="0"/>
            </a:p>
          </p:txBody>
        </p:sp>
      </p:grpSp>
      <p:sp>
        <p:nvSpPr>
          <p:cNvPr id="143" name="Google Shape;143;p8"/>
          <p:cNvSpPr txBox="1"/>
          <p:nvPr/>
        </p:nvSpPr>
        <p:spPr>
          <a:xfrm>
            <a:off x="1202441" y="3413167"/>
            <a:ext cx="14967370" cy="338554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000" b="0" i="0" u="none" strike="noStrike" cap="none" dirty="0">
                <a:solidFill>
                  <a:srgbClr val="000000"/>
                </a:solidFill>
                <a:latin typeface="Martel"/>
                <a:ea typeface="Martel"/>
                <a:cs typeface="Martel"/>
                <a:sym typeface="Martel"/>
              </a:rPr>
              <a:t>Song Trend Lifecycle</a:t>
            </a:r>
            <a:endParaRPr dirty="0"/>
          </a:p>
          <a:p>
            <a:pPr marL="0" marR="0" lvl="0" indent="0" algn="l" rtl="0">
              <a:lnSpc>
                <a:spcPct val="100000"/>
              </a:lnSpc>
              <a:spcBef>
                <a:spcPts val="0"/>
              </a:spcBef>
              <a:spcAft>
                <a:spcPts val="0"/>
              </a:spcAft>
              <a:buNone/>
            </a:pPr>
            <a:r>
              <a:rPr lang="en-US" sz="11000" dirty="0">
                <a:latin typeface="Martel"/>
                <a:cs typeface="Martel"/>
                <a:sym typeface="Martel"/>
              </a:rPr>
              <a:t>Analysis</a:t>
            </a:r>
            <a:endParaRPr dirty="0"/>
          </a:p>
        </p:txBody>
      </p:sp>
      <p:sp>
        <p:nvSpPr>
          <p:cNvPr id="144" name="Google Shape;144;p8"/>
          <p:cNvSpPr/>
          <p:nvPr/>
        </p:nvSpPr>
        <p:spPr>
          <a:xfrm rot="-809282">
            <a:off x="15451923" y="-1595061"/>
            <a:ext cx="2669868" cy="4344460"/>
          </a:xfrm>
          <a:custGeom>
            <a:avLst/>
            <a:gdLst/>
            <a:ahLst/>
            <a:cxnLst/>
            <a:rect l="l" t="t" r="r" b="b"/>
            <a:pathLst>
              <a:path w="2669868" h="4344460" extrusionOk="0">
                <a:moveTo>
                  <a:pt x="0" y="0"/>
                </a:moveTo>
                <a:lnTo>
                  <a:pt x="2669868" y="0"/>
                </a:lnTo>
                <a:lnTo>
                  <a:pt x="2669868" y="4344460"/>
                </a:lnTo>
                <a:lnTo>
                  <a:pt x="0" y="4344460"/>
                </a:lnTo>
                <a:lnTo>
                  <a:pt x="0" y="0"/>
                </a:lnTo>
                <a:close/>
              </a:path>
            </a:pathLst>
          </a:custGeom>
          <a:blipFill rotWithShape="1">
            <a:blip r:embed="rId4">
              <a:alphaModFix/>
            </a:blip>
            <a:stretch>
              <a:fillRect/>
            </a:stretch>
          </a:blipFill>
          <a:ln>
            <a:noFill/>
          </a:ln>
        </p:spPr>
      </p:sp>
      <p:sp>
        <p:nvSpPr>
          <p:cNvPr id="146" name="Google Shape;146;p8"/>
          <p:cNvSpPr/>
          <p:nvPr/>
        </p:nvSpPr>
        <p:spPr>
          <a:xfrm>
            <a:off x="16360795" y="9032719"/>
            <a:ext cx="1458342" cy="1439781"/>
          </a:xfrm>
          <a:custGeom>
            <a:avLst/>
            <a:gdLst/>
            <a:ahLst/>
            <a:cxnLst/>
            <a:rect l="l" t="t" r="r" b="b"/>
            <a:pathLst>
              <a:path w="1458342" h="1439781" extrusionOk="0">
                <a:moveTo>
                  <a:pt x="0" y="0"/>
                </a:moveTo>
                <a:lnTo>
                  <a:pt x="1458342" y="0"/>
                </a:lnTo>
                <a:lnTo>
                  <a:pt x="1458342" y="1439781"/>
                </a:lnTo>
                <a:lnTo>
                  <a:pt x="0" y="1439781"/>
                </a:lnTo>
                <a:lnTo>
                  <a:pt x="0" y="0"/>
                </a:lnTo>
                <a:close/>
              </a:path>
            </a:pathLst>
          </a:custGeom>
          <a:blipFill rotWithShape="1">
            <a:blip r:embed="rId5">
              <a:alphaModFix/>
            </a:blip>
            <a:stretch>
              <a:fillRect/>
            </a:stretch>
          </a:blipFill>
          <a:ln>
            <a:noFill/>
          </a:ln>
        </p:spPr>
      </p:sp>
      <p:sp>
        <p:nvSpPr>
          <p:cNvPr id="148" name="Google Shape;148;p8"/>
          <p:cNvSpPr txBox="1"/>
          <p:nvPr/>
        </p:nvSpPr>
        <p:spPr>
          <a:xfrm>
            <a:off x="1202441" y="1565642"/>
            <a:ext cx="3428551" cy="599972"/>
          </a:xfrm>
          <a:prstGeom prst="rect">
            <a:avLst/>
          </a:prstGeom>
          <a:noFill/>
          <a:ln>
            <a:noFill/>
          </a:ln>
        </p:spPr>
        <p:txBody>
          <a:bodyPr spcFirstLastPara="1" wrap="square" lIns="0" tIns="0" rIns="0" bIns="0" anchor="t" anchorCtr="0">
            <a:spAutoFit/>
          </a:bodyPr>
          <a:lstStyle/>
          <a:p>
            <a:pPr marL="0" marR="0" lvl="0" indent="0" algn="ctr" rtl="0">
              <a:lnSpc>
                <a:spcPct val="130010"/>
              </a:lnSpc>
              <a:spcBef>
                <a:spcPts val="0"/>
              </a:spcBef>
              <a:spcAft>
                <a:spcPts val="0"/>
              </a:spcAft>
              <a:buNone/>
            </a:pPr>
            <a:r>
              <a:rPr lang="en-US" sz="2999" b="1" i="0" u="none" strike="noStrike" cap="none" dirty="0">
                <a:solidFill>
                  <a:srgbClr val="FAEADD"/>
                </a:solidFill>
                <a:latin typeface="Inclusive Sans"/>
                <a:ea typeface="Inclusive Sans"/>
                <a:cs typeface="Inclusive Sans"/>
                <a:sym typeface="Inclusive Sans"/>
              </a:rPr>
              <a:t>24-06-2026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8C5DD"/>
        </a:solidFill>
        <a:effectLst/>
      </p:bgPr>
    </p:bg>
    <p:spTree>
      <p:nvGrpSpPr>
        <p:cNvPr id="1" name="Shape 215"/>
        <p:cNvGrpSpPr/>
        <p:nvPr/>
      </p:nvGrpSpPr>
      <p:grpSpPr>
        <a:xfrm>
          <a:off x="0" y="0"/>
          <a:ext cx="0" cy="0"/>
          <a:chOff x="0" y="0"/>
          <a:chExt cx="0" cy="0"/>
        </a:xfrm>
      </p:grpSpPr>
      <p:grpSp>
        <p:nvGrpSpPr>
          <p:cNvPr id="2" name="Google Shape;260;p13">
            <a:extLst>
              <a:ext uri="{FF2B5EF4-FFF2-40B4-BE49-F238E27FC236}">
                <a16:creationId xmlns:a16="http://schemas.microsoft.com/office/drawing/2014/main" id="{241EB67E-18AA-82EE-B50C-F35A3D69161E}"/>
              </a:ext>
            </a:extLst>
          </p:cNvPr>
          <p:cNvGrpSpPr/>
          <p:nvPr/>
        </p:nvGrpSpPr>
        <p:grpSpPr>
          <a:xfrm>
            <a:off x="693174" y="1411337"/>
            <a:ext cx="16237974" cy="7662139"/>
            <a:chOff x="0" y="0"/>
            <a:chExt cx="2491827" cy="1078928"/>
          </a:xfrm>
        </p:grpSpPr>
        <p:sp>
          <p:nvSpPr>
            <p:cNvPr id="3" name="Google Shape;261;p13">
              <a:extLst>
                <a:ext uri="{FF2B5EF4-FFF2-40B4-BE49-F238E27FC236}">
                  <a16:creationId xmlns:a16="http://schemas.microsoft.com/office/drawing/2014/main" id="{092D7548-851D-0544-56C3-E032A7F1C52D}"/>
                </a:ext>
              </a:extLst>
            </p:cNvPr>
            <p:cNvSpPr/>
            <p:nvPr/>
          </p:nvSpPr>
          <p:spPr>
            <a:xfrm>
              <a:off x="0" y="0"/>
              <a:ext cx="2491827" cy="1078928"/>
            </a:xfrm>
            <a:custGeom>
              <a:avLst/>
              <a:gdLst/>
              <a:ahLst/>
              <a:cxnLst/>
              <a:rect l="l" t="t" r="r" b="b"/>
              <a:pathLst>
                <a:path w="2491827" h="1078928" extrusionOk="0">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62;p13">
              <a:extLst>
                <a:ext uri="{FF2B5EF4-FFF2-40B4-BE49-F238E27FC236}">
                  <a16:creationId xmlns:a16="http://schemas.microsoft.com/office/drawing/2014/main" id="{89DFB7C6-BCEE-175F-55ED-732B958FE794}"/>
                </a:ext>
              </a:extLst>
            </p:cNvPr>
            <p:cNvSpPr txBox="1"/>
            <p:nvPr/>
          </p:nvSpPr>
          <p:spPr>
            <a:xfrm>
              <a:off x="0" y="133350"/>
              <a:ext cx="2491827" cy="945578"/>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9" name="Google Shape;219;p10"/>
          <p:cNvSpPr/>
          <p:nvPr/>
        </p:nvSpPr>
        <p:spPr>
          <a:xfrm rot="-4530188">
            <a:off x="139202" y="6440861"/>
            <a:ext cx="3714656" cy="6855909"/>
          </a:xfrm>
          <a:custGeom>
            <a:avLst/>
            <a:gdLst/>
            <a:ahLst/>
            <a:cxnLst/>
            <a:rect l="l" t="t" r="r" b="b"/>
            <a:pathLst>
              <a:path w="3714656" h="6855909" extrusionOk="0">
                <a:moveTo>
                  <a:pt x="0" y="0"/>
                </a:moveTo>
                <a:lnTo>
                  <a:pt x="3714656" y="0"/>
                </a:lnTo>
                <a:lnTo>
                  <a:pt x="3714656" y="6855909"/>
                </a:lnTo>
                <a:lnTo>
                  <a:pt x="0" y="6855909"/>
                </a:lnTo>
                <a:lnTo>
                  <a:pt x="0" y="0"/>
                </a:lnTo>
                <a:close/>
              </a:path>
            </a:pathLst>
          </a:custGeom>
          <a:blipFill rotWithShape="1">
            <a:blip r:embed="rId3">
              <a:alphaModFix/>
            </a:blip>
            <a:stretch>
              <a:fillRect/>
            </a:stretch>
          </a:blipFill>
          <a:ln>
            <a:noFill/>
          </a:ln>
        </p:spPr>
      </p:sp>
      <p:sp>
        <p:nvSpPr>
          <p:cNvPr id="226" name="Google Shape;226;p10"/>
          <p:cNvSpPr/>
          <p:nvPr/>
        </p:nvSpPr>
        <p:spPr>
          <a:xfrm rot="-1268909">
            <a:off x="11236228" y="8217385"/>
            <a:ext cx="8470641" cy="1724931"/>
          </a:xfrm>
          <a:custGeom>
            <a:avLst/>
            <a:gdLst/>
            <a:ahLst/>
            <a:cxnLst/>
            <a:rect l="l" t="t" r="r" b="b"/>
            <a:pathLst>
              <a:path w="8470641" h="1724931" extrusionOk="0">
                <a:moveTo>
                  <a:pt x="0" y="0"/>
                </a:moveTo>
                <a:lnTo>
                  <a:pt x="8470641" y="0"/>
                </a:lnTo>
                <a:lnTo>
                  <a:pt x="8470641" y="1724931"/>
                </a:lnTo>
                <a:lnTo>
                  <a:pt x="0" y="1724931"/>
                </a:lnTo>
                <a:lnTo>
                  <a:pt x="0" y="0"/>
                </a:lnTo>
                <a:close/>
              </a:path>
            </a:pathLst>
          </a:custGeom>
          <a:blipFill rotWithShape="1">
            <a:blip r:embed="rId4">
              <a:alphaModFix/>
            </a:blip>
            <a:stretch>
              <a:fillRect/>
            </a:stretch>
          </a:blipFill>
          <a:ln>
            <a:noFill/>
          </a:ln>
        </p:spPr>
      </p:sp>
      <p:sp>
        <p:nvSpPr>
          <p:cNvPr id="231" name="Google Shape;231;p10"/>
          <p:cNvSpPr txBox="1"/>
          <p:nvPr/>
        </p:nvSpPr>
        <p:spPr>
          <a:xfrm>
            <a:off x="925461" y="257175"/>
            <a:ext cx="9503165" cy="1154162"/>
          </a:xfrm>
          <a:prstGeom prst="rect">
            <a:avLst/>
          </a:prstGeom>
          <a:noFill/>
          <a:ln>
            <a:noFill/>
          </a:ln>
        </p:spPr>
        <p:txBody>
          <a:bodyPr spcFirstLastPara="1" wrap="square" lIns="0" tIns="0" rIns="0" bIns="0" anchor="t" anchorCtr="0">
            <a:spAutoFit/>
          </a:bodyPr>
          <a:lstStyle/>
          <a:p>
            <a:pPr lvl="0"/>
            <a:r>
              <a:rPr lang="en-US" sz="7500" dirty="0">
                <a:latin typeface="Martel"/>
                <a:cs typeface="Martel"/>
                <a:sym typeface="Martel"/>
              </a:rPr>
              <a:t>Key Insights</a:t>
            </a:r>
            <a:endParaRPr lang="en-US" sz="8000" dirty="0"/>
          </a:p>
        </p:txBody>
      </p:sp>
      <p:sp>
        <p:nvSpPr>
          <p:cNvPr id="232" name="Google Shape;232;p10"/>
          <p:cNvSpPr txBox="1"/>
          <p:nvPr/>
        </p:nvSpPr>
        <p:spPr>
          <a:xfrm>
            <a:off x="925461" y="1693212"/>
            <a:ext cx="15858204" cy="6647974"/>
          </a:xfrm>
          <a:prstGeom prst="rect">
            <a:avLst/>
          </a:prstGeom>
          <a:noFill/>
          <a:ln>
            <a:noFill/>
          </a:ln>
        </p:spPr>
        <p:txBody>
          <a:bodyPr spcFirstLastPara="1" wrap="square" lIns="0" tIns="0" rIns="0" bIns="0" anchor="t" anchorCtr="0">
            <a:spAutoFit/>
          </a:bodyPr>
          <a:lstStyle/>
          <a:p>
            <a:pPr algn="just">
              <a:lnSpc>
                <a:spcPct val="150000"/>
              </a:lnSpc>
            </a:pPr>
            <a:r>
              <a:rPr lang="en-IN" sz="3600" dirty="0">
                <a:latin typeface="Martel" panose="020B0604020202020204" charset="0"/>
                <a:cs typeface="Martel" panose="020B0604020202020204" charset="0"/>
              </a:rPr>
              <a:t>By </a:t>
            </a:r>
            <a:r>
              <a:rPr lang="en-IN" sz="3600" dirty="0" err="1">
                <a:latin typeface="Martel" panose="020B0604020202020204" charset="0"/>
                <a:cs typeface="Martel" panose="020B0604020202020204" charset="0"/>
              </a:rPr>
              <a:t>Analyzing</a:t>
            </a:r>
            <a:r>
              <a:rPr lang="en-IN" sz="3600" dirty="0">
                <a:latin typeface="Martel" panose="020B0604020202020204" charset="0"/>
                <a:cs typeface="Martel" panose="020B0604020202020204" charset="0"/>
              </a:rPr>
              <a:t> a year of Spotify chart data, this project addresses a critical gap in the music industry by shifting the focus from short-term viral hype to long-term audience retention. Instead of tracking why songs rise, it identifies the specific record labels, artists, and tracks that successfully sustain momentum and lock in dedicated listeners. This data-driven strategy uncovers patterns of genuine market endurance, offering vital, missing insights for a fast-paced Indian music market dominated by temporary, Reels-driven virality.</a:t>
            </a:r>
          </a:p>
        </p:txBody>
      </p:sp>
      <p:sp>
        <p:nvSpPr>
          <p:cNvPr id="7" name="Google Shape;231;p10">
            <a:extLst>
              <a:ext uri="{FF2B5EF4-FFF2-40B4-BE49-F238E27FC236}">
                <a16:creationId xmlns:a16="http://schemas.microsoft.com/office/drawing/2014/main" id="{32376F82-671A-4D12-7E33-A93DE68790D7}"/>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7411"/>
        </a:solidFill>
        <a:effectLst/>
      </p:bgPr>
    </p:bg>
    <p:spTree>
      <p:nvGrpSpPr>
        <p:cNvPr id="1" name="Shape 247"/>
        <p:cNvGrpSpPr/>
        <p:nvPr/>
      </p:nvGrpSpPr>
      <p:grpSpPr>
        <a:xfrm>
          <a:off x="0" y="0"/>
          <a:ext cx="0" cy="0"/>
          <a:chOff x="0" y="0"/>
          <a:chExt cx="0" cy="0"/>
        </a:xfrm>
      </p:grpSpPr>
      <p:sp>
        <p:nvSpPr>
          <p:cNvPr id="253" name="Google Shape;253;p12"/>
          <p:cNvSpPr/>
          <p:nvPr/>
        </p:nvSpPr>
        <p:spPr>
          <a:xfrm rot="-7556717">
            <a:off x="16949490" y="6669910"/>
            <a:ext cx="2677020" cy="4940809"/>
          </a:xfrm>
          <a:custGeom>
            <a:avLst/>
            <a:gdLst/>
            <a:ahLst/>
            <a:cxnLst/>
            <a:rect l="l" t="t" r="r" b="b"/>
            <a:pathLst>
              <a:path w="2677020" h="4940809" extrusionOk="0">
                <a:moveTo>
                  <a:pt x="0" y="0"/>
                </a:moveTo>
                <a:lnTo>
                  <a:pt x="2677020" y="0"/>
                </a:lnTo>
                <a:lnTo>
                  <a:pt x="2677020" y="4940808"/>
                </a:lnTo>
                <a:lnTo>
                  <a:pt x="0" y="4940808"/>
                </a:lnTo>
                <a:lnTo>
                  <a:pt x="0" y="0"/>
                </a:lnTo>
                <a:close/>
              </a:path>
            </a:pathLst>
          </a:custGeom>
          <a:blipFill rotWithShape="1">
            <a:blip r:embed="rId3">
              <a:alphaModFix/>
            </a:blip>
            <a:stretch>
              <a:fillRect/>
            </a:stretch>
          </a:blipFill>
          <a:ln>
            <a:noFill/>
          </a:ln>
        </p:spPr>
      </p:sp>
      <p:sp>
        <p:nvSpPr>
          <p:cNvPr id="254" name="Google Shape;254;p12"/>
          <p:cNvSpPr txBox="1"/>
          <p:nvPr/>
        </p:nvSpPr>
        <p:spPr>
          <a:xfrm>
            <a:off x="825909" y="301863"/>
            <a:ext cx="17285109" cy="738664"/>
          </a:xfrm>
          <a:prstGeom prst="rect">
            <a:avLst/>
          </a:prstGeom>
          <a:noFill/>
          <a:ln>
            <a:noFill/>
          </a:ln>
        </p:spPr>
        <p:txBody>
          <a:bodyPr spcFirstLastPara="1" wrap="square" lIns="0" tIns="0" rIns="0" bIns="0" anchor="t" anchorCtr="0">
            <a:spAutoFit/>
          </a:bodyPr>
          <a:lstStyle/>
          <a:p>
            <a:pPr lvl="0"/>
            <a:r>
              <a:rPr lang="en-US" sz="4800" b="1" dirty="0">
                <a:latin typeface="Martel"/>
                <a:ea typeface="Martel"/>
                <a:cs typeface="Martel"/>
                <a:sym typeface="Martel"/>
              </a:rPr>
              <a:t>Performance of Music Labels in Streaming Platforms</a:t>
            </a:r>
            <a:endParaRPr sz="900" b="1" dirty="0"/>
          </a:p>
        </p:txBody>
      </p:sp>
      <p:sp>
        <p:nvSpPr>
          <p:cNvPr id="255" name="Google Shape;255;p12"/>
          <p:cNvSpPr txBox="1"/>
          <p:nvPr/>
        </p:nvSpPr>
        <p:spPr>
          <a:xfrm>
            <a:off x="825909" y="1350342"/>
            <a:ext cx="16606684" cy="8406147"/>
          </a:xfrm>
          <a:prstGeom prst="rect">
            <a:avLst/>
          </a:prstGeom>
          <a:noFill/>
          <a:ln>
            <a:noFill/>
          </a:ln>
        </p:spPr>
        <p:txBody>
          <a:bodyPr spcFirstLastPara="1" wrap="square" lIns="0" tIns="0" rIns="0" bIns="0" anchor="t" anchorCtr="0">
            <a:spAutoFit/>
          </a:bodyPr>
          <a:lstStyle/>
          <a:p>
            <a:pPr lvl="0">
              <a:lnSpc>
                <a:spcPct val="115000"/>
              </a:lnSpc>
            </a:pPr>
            <a:r>
              <a:rPr lang="en-US" sz="2500" dirty="0">
                <a:latin typeface="Inclusive Sans"/>
                <a:ea typeface="Inclusive Sans"/>
                <a:cs typeface="Inclusive Sans"/>
                <a:sym typeface="Inclusive Sans"/>
              </a:rPr>
              <a:t>Labels like T-Series, Sony Music, Zee Music Company, </a:t>
            </a:r>
            <a:r>
              <a:rPr lang="en-US" sz="2500" dirty="0" err="1">
                <a:latin typeface="Inclusive Sans"/>
                <a:ea typeface="Inclusive Sans"/>
                <a:cs typeface="Inclusive Sans"/>
                <a:sym typeface="Inclusive Sans"/>
              </a:rPr>
              <a:t>Saregama</a:t>
            </a:r>
            <a:r>
              <a:rPr lang="en-US" sz="2500" dirty="0">
                <a:latin typeface="Inclusive Sans"/>
                <a:ea typeface="Inclusive Sans"/>
                <a:cs typeface="Inclusive Sans"/>
                <a:sym typeface="Inclusive Sans"/>
              </a:rPr>
              <a:t> India Ltd, Universal Music India Pvt Ltd have been performing consistently. They release many songs, and their average number of songs staying on charts for all weeks is also huge. It is reaching a large audience and staying on charts for all weeks.</a:t>
            </a:r>
          </a:p>
          <a:p>
            <a:pPr lvl="0">
              <a:lnSpc>
                <a:spcPct val="115000"/>
              </a:lnSpc>
            </a:pPr>
            <a:endParaRPr lang="en-US" sz="2500" dirty="0">
              <a:latin typeface="Inclusive Sans"/>
              <a:ea typeface="Inclusive Sans"/>
              <a:cs typeface="Inclusive Sans"/>
              <a:sym typeface="Inclusive Sans"/>
            </a:endParaRPr>
          </a:p>
          <a:p>
            <a:pPr lvl="0">
              <a:lnSpc>
                <a:spcPct val="115000"/>
              </a:lnSpc>
            </a:pPr>
            <a:r>
              <a:rPr lang="en-US" sz="2500" dirty="0">
                <a:latin typeface="Inclusive Sans"/>
                <a:ea typeface="Inclusive Sans"/>
                <a:cs typeface="Inclusive Sans"/>
                <a:sym typeface="Inclusive Sans"/>
              </a:rPr>
              <a:t>In terms of stats, these labels also have peak performance. For example, T-Series has 14 songs that consistently stayed on charts for all 54 weeks with highest streams and they are </a:t>
            </a:r>
          </a:p>
          <a:p>
            <a:pPr lvl="0">
              <a:lnSpc>
                <a:spcPct val="115000"/>
              </a:lnSpc>
            </a:pPr>
            <a:endParaRPr lang="en-US" sz="2500" dirty="0">
              <a:latin typeface="Inclusive Sans"/>
              <a:cs typeface="Inclusive Sans"/>
              <a:sym typeface="Inclusive Sans"/>
            </a:endParaRP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Agar Tum Saath Ho (From "Tamasha"),</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Hale Dil, </a:t>
            </a:r>
            <a:r>
              <a:rPr lang="en-US" sz="2500" dirty="0" err="1">
                <a:latin typeface="Inclusive Sans"/>
                <a:cs typeface="Inclusive Sans"/>
                <a:sym typeface="Inclusive Sans"/>
              </a:rPr>
              <a:t>Humdard</a:t>
            </a:r>
            <a:r>
              <a:rPr lang="en-US" sz="2500" dirty="0">
                <a:latin typeface="Inclusive Sans"/>
                <a:cs typeface="Inclusive Sans"/>
                <a:sym typeface="Inclusive Sans"/>
              </a:rPr>
              <a:t> (From "Ek Villain")</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Humsafar (From "Badrinath Ki Dulhania")</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Kaise Hua (From "Kabir Singh")</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Mere </a:t>
            </a:r>
            <a:r>
              <a:rPr lang="en-US" sz="2500" dirty="0" err="1">
                <a:latin typeface="Inclusive Sans"/>
                <a:cs typeface="Inclusive Sans"/>
                <a:sym typeface="Inclusive Sans"/>
              </a:rPr>
              <a:t>Sohneya</a:t>
            </a:r>
            <a:r>
              <a:rPr lang="en-US" sz="2500" dirty="0">
                <a:latin typeface="Inclusive Sans"/>
                <a:cs typeface="Inclusive Sans"/>
                <a:sym typeface="Inclusive Sans"/>
              </a:rPr>
              <a:t> (From "Kabir Singh")</a:t>
            </a:r>
          </a:p>
          <a:p>
            <a:pPr marL="342900" lvl="0" indent="-342900">
              <a:lnSpc>
                <a:spcPct val="115000"/>
              </a:lnSpc>
              <a:buFont typeface="Arial" panose="020B0604020202020204" pitchFamily="34" charset="0"/>
              <a:buChar char="•"/>
            </a:pPr>
            <a:r>
              <a:rPr lang="en-US" sz="2500" dirty="0" err="1">
                <a:latin typeface="Inclusive Sans"/>
                <a:cs typeface="Inclusive Sans"/>
                <a:sym typeface="Inclusive Sans"/>
              </a:rPr>
              <a:t>Pehli</a:t>
            </a:r>
            <a:r>
              <a:rPr lang="en-US" sz="2500" dirty="0">
                <a:latin typeface="Inclusive Sans"/>
                <a:cs typeface="Inclusive Sans"/>
                <a:sym typeface="Inclusive Sans"/>
              </a:rPr>
              <a:t> </a:t>
            </a:r>
            <a:r>
              <a:rPr lang="en-US" sz="2500" dirty="0" err="1">
                <a:latin typeface="Inclusive Sans"/>
                <a:cs typeface="Inclusive Sans"/>
                <a:sym typeface="Inclusive Sans"/>
              </a:rPr>
              <a:t>Dafa</a:t>
            </a:r>
            <a:r>
              <a:rPr lang="en-US" sz="2500" dirty="0">
                <a:latin typeface="Inclusive Sans"/>
                <a:cs typeface="Inclusive Sans"/>
                <a:sym typeface="Inclusive Sans"/>
              </a:rPr>
              <a:t>, </a:t>
            </a:r>
            <a:r>
              <a:rPr lang="en-US" sz="2500" dirty="0" err="1">
                <a:latin typeface="Inclusive Sans"/>
                <a:cs typeface="Inclusive Sans"/>
                <a:sym typeface="Inclusive Sans"/>
              </a:rPr>
              <a:t>Raabta</a:t>
            </a:r>
            <a:r>
              <a:rPr lang="en-US" sz="2500" dirty="0">
                <a:latin typeface="Inclusive Sans"/>
                <a:cs typeface="Inclusive Sans"/>
                <a:sym typeface="Inclusive Sans"/>
              </a:rPr>
              <a:t>,</a:t>
            </a:r>
          </a:p>
          <a:p>
            <a:pPr marL="342900" lvl="0" indent="-342900">
              <a:lnSpc>
                <a:spcPct val="115000"/>
              </a:lnSpc>
              <a:buFont typeface="Arial" panose="020B0604020202020204" pitchFamily="34" charset="0"/>
              <a:buChar char="•"/>
            </a:pPr>
            <a:r>
              <a:rPr lang="en-US" sz="2500" dirty="0" err="1">
                <a:latin typeface="Inclusive Sans"/>
                <a:cs typeface="Inclusive Sans"/>
                <a:sym typeface="Inclusive Sans"/>
              </a:rPr>
              <a:t>Raanjhan</a:t>
            </a:r>
            <a:r>
              <a:rPr lang="en-US" sz="2500" dirty="0">
                <a:latin typeface="Inclusive Sans"/>
                <a:cs typeface="Inclusive Sans"/>
                <a:sym typeface="Inclusive Sans"/>
              </a:rPr>
              <a:t> (From "Do Patti")</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Sajni (From "</a:t>
            </a:r>
            <a:r>
              <a:rPr lang="en-US" sz="2500" dirty="0" err="1">
                <a:latin typeface="Inclusive Sans"/>
                <a:cs typeface="Inclusive Sans"/>
                <a:sym typeface="Inclusive Sans"/>
              </a:rPr>
              <a:t>Laapataa</a:t>
            </a:r>
            <a:r>
              <a:rPr lang="en-US" sz="2500" dirty="0">
                <a:latin typeface="Inclusive Sans"/>
                <a:cs typeface="Inclusive Sans"/>
                <a:sym typeface="Inclusive Sans"/>
              </a:rPr>
              <a:t> Ladies")</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Shree Hanuman Chalisa</a:t>
            </a:r>
          </a:p>
          <a:p>
            <a:pPr marL="342900" lvl="0" indent="-342900">
              <a:lnSpc>
                <a:spcPct val="115000"/>
              </a:lnSpc>
              <a:buFont typeface="Arial" panose="020B0604020202020204" pitchFamily="34" charset="0"/>
              <a:buChar char="•"/>
            </a:pPr>
            <a:r>
              <a:rPr lang="en-US" sz="2500" dirty="0" err="1">
                <a:latin typeface="Inclusive Sans"/>
                <a:cs typeface="Inclusive Sans"/>
                <a:sym typeface="Inclusive Sans"/>
              </a:rPr>
              <a:t>Tujhe</a:t>
            </a:r>
            <a:r>
              <a:rPr lang="en-US" sz="2500" dirty="0">
                <a:latin typeface="Inclusive Sans"/>
                <a:cs typeface="Inclusive Sans"/>
                <a:sym typeface="Inclusive Sans"/>
              </a:rPr>
              <a:t> Kitna </a:t>
            </a:r>
            <a:r>
              <a:rPr lang="en-US" sz="2500" dirty="0" err="1">
                <a:latin typeface="Inclusive Sans"/>
                <a:cs typeface="Inclusive Sans"/>
                <a:sym typeface="Inclusive Sans"/>
              </a:rPr>
              <a:t>Chahne</a:t>
            </a:r>
            <a:r>
              <a:rPr lang="en-US" sz="2500" dirty="0">
                <a:latin typeface="Inclusive Sans"/>
                <a:cs typeface="Inclusive Sans"/>
                <a:sym typeface="Inclusive Sans"/>
              </a:rPr>
              <a:t> Lage (From "Kabir Singh")</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Tum Se Hi</a:t>
            </a:r>
          </a:p>
          <a:p>
            <a:pPr marL="342900" lvl="0" indent="-342900">
              <a:lnSpc>
                <a:spcPct val="115000"/>
              </a:lnSpc>
              <a:buFont typeface="Arial" panose="020B0604020202020204" pitchFamily="34" charset="0"/>
              <a:buChar char="•"/>
            </a:pPr>
            <a:r>
              <a:rPr lang="en-US" sz="2500" dirty="0">
                <a:latin typeface="Inclusive Sans"/>
                <a:cs typeface="Inclusive Sans"/>
                <a:sym typeface="Inclusive Sans"/>
              </a:rPr>
              <a:t>Ye Tune Kya Kiya</a:t>
            </a:r>
          </a:p>
        </p:txBody>
      </p:sp>
      <p:sp>
        <p:nvSpPr>
          <p:cNvPr id="3" name="Google Shape;231;p10">
            <a:extLst>
              <a:ext uri="{FF2B5EF4-FFF2-40B4-BE49-F238E27FC236}">
                <a16:creationId xmlns:a16="http://schemas.microsoft.com/office/drawing/2014/main" id="{6CB4E03B-0F2B-F20D-420C-8125227258CF}"/>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C7E3"/>
        </a:solidFill>
        <a:effectLst/>
      </p:bgPr>
    </p:bg>
    <p:spTree>
      <p:nvGrpSpPr>
        <p:cNvPr id="1" name="Shape 236"/>
        <p:cNvGrpSpPr/>
        <p:nvPr/>
      </p:nvGrpSpPr>
      <p:grpSpPr>
        <a:xfrm>
          <a:off x="0" y="0"/>
          <a:ext cx="0" cy="0"/>
          <a:chOff x="0" y="0"/>
          <a:chExt cx="0" cy="0"/>
        </a:xfrm>
      </p:grpSpPr>
      <p:sp>
        <p:nvSpPr>
          <p:cNvPr id="242" name="Google Shape;242;p11"/>
          <p:cNvSpPr txBox="1"/>
          <p:nvPr/>
        </p:nvSpPr>
        <p:spPr>
          <a:xfrm>
            <a:off x="807472" y="131672"/>
            <a:ext cx="17347793" cy="1477328"/>
          </a:xfrm>
          <a:prstGeom prst="rect">
            <a:avLst/>
          </a:prstGeom>
          <a:noFill/>
          <a:ln>
            <a:noFill/>
          </a:ln>
        </p:spPr>
        <p:txBody>
          <a:bodyPr spcFirstLastPara="1" wrap="square" lIns="0" tIns="0" rIns="0" bIns="0" anchor="t" anchorCtr="0">
            <a:spAutoFit/>
          </a:bodyPr>
          <a:lstStyle/>
          <a:p>
            <a:r>
              <a:rPr lang="en-US" sz="4800" b="1" dirty="0">
                <a:latin typeface="Martel" panose="020B0604020202020204" charset="0"/>
                <a:cs typeface="Martel" panose="020B0604020202020204" charset="0"/>
                <a:sym typeface="Inclusive Sans"/>
              </a:rPr>
              <a:t>Chart Longevity by Label and Its Impact on Streaming Revenue</a:t>
            </a:r>
            <a:endParaRPr sz="4800" b="1" dirty="0">
              <a:latin typeface="Martel" panose="020B0604020202020204" charset="0"/>
              <a:cs typeface="Martel" panose="020B0604020202020204" charset="0"/>
            </a:endParaRPr>
          </a:p>
        </p:txBody>
      </p:sp>
      <p:sp>
        <p:nvSpPr>
          <p:cNvPr id="243" name="Google Shape;243;p11"/>
          <p:cNvSpPr txBox="1"/>
          <p:nvPr/>
        </p:nvSpPr>
        <p:spPr>
          <a:xfrm>
            <a:off x="807472" y="1609000"/>
            <a:ext cx="17347792" cy="7502054"/>
          </a:xfrm>
          <a:prstGeom prst="rect">
            <a:avLst/>
          </a:prstGeom>
          <a:noFill/>
          <a:ln>
            <a:noFill/>
          </a:ln>
        </p:spPr>
        <p:txBody>
          <a:bodyPr spcFirstLastPara="1" wrap="square" lIns="0" tIns="0" rIns="0" bIns="0" anchor="t" anchorCtr="0">
            <a:spAutoFit/>
          </a:bodyPr>
          <a:lstStyle/>
          <a:p>
            <a:pPr>
              <a:lnSpc>
                <a:spcPct val="150000"/>
              </a:lnSpc>
            </a:pPr>
            <a:endParaRPr lang="en-US" sz="2500" dirty="0">
              <a:latin typeface="Inclusive Sans" panose="020B0604020202020204" charset="0"/>
              <a:cs typeface="Inclusive Sans" panose="020B0604020202020204" charset="0"/>
            </a:endParaRPr>
          </a:p>
          <a:p>
            <a:pPr>
              <a:lnSpc>
                <a:spcPct val="150000"/>
              </a:lnSpc>
            </a:pPr>
            <a:r>
              <a:rPr lang="en-US" sz="2500" dirty="0">
                <a:latin typeface="Inclusive Sans" panose="020B0604020202020204" charset="0"/>
                <a:cs typeface="Inclusive Sans" panose="020B0604020202020204" charset="0"/>
              </a:rPr>
              <a:t>Longevity = Sustained streaming revenues.</a:t>
            </a:r>
          </a:p>
          <a:p>
            <a:pPr>
              <a:lnSpc>
                <a:spcPct val="150000"/>
              </a:lnSpc>
            </a:pPr>
            <a:r>
              <a:rPr lang="en-US" sz="2500" dirty="0">
                <a:latin typeface="Inclusive Sans" panose="020B0604020202020204" charset="0"/>
                <a:cs typeface="Inclusive Sans" panose="020B0604020202020204" charset="0"/>
              </a:rPr>
              <a:t>Every week a song stays on the chart, it is being discovered by new listeners, added to playlists, and generating royalties. The labels such as Atlantic Records UK, The </a:t>
            </a:r>
            <a:r>
              <a:rPr lang="en-US" sz="2500" dirty="0" err="1">
                <a:latin typeface="Inclusive Sans" panose="020B0604020202020204" charset="0"/>
                <a:cs typeface="Inclusive Sans" panose="020B0604020202020204" charset="0"/>
              </a:rPr>
              <a:t>Weeknd</a:t>
            </a:r>
            <a:r>
              <a:rPr lang="en-US" sz="2500" dirty="0">
                <a:latin typeface="Inclusive Sans" panose="020B0604020202020204" charset="0"/>
                <a:cs typeface="Inclusive Sans" panose="020B0604020202020204" charset="0"/>
              </a:rPr>
              <a:t>/Lyric, Domino Recording, and Universal Music India have the highest average number of weeks on charts and long run, which became high chart longevity.</a:t>
            </a:r>
          </a:p>
          <a:p>
            <a:pPr>
              <a:lnSpc>
                <a:spcPct val="150000"/>
              </a:lnSpc>
            </a:pPr>
            <a:endParaRPr lang="en-US" sz="2500" dirty="0">
              <a:latin typeface="Inclusive Sans" panose="020B0604020202020204" charset="0"/>
              <a:cs typeface="Inclusive Sans" panose="020B0604020202020204" charset="0"/>
            </a:endParaRPr>
          </a:p>
          <a:p>
            <a:pPr>
              <a:lnSpc>
                <a:spcPct val="150000"/>
              </a:lnSpc>
            </a:pPr>
            <a:r>
              <a:rPr lang="en-US" sz="2500" b="1" dirty="0">
                <a:latin typeface="Inclusive Sans" panose="020B0604020202020204" charset="0"/>
                <a:cs typeface="Inclusive Sans" panose="020B0604020202020204" charset="0"/>
              </a:rPr>
              <a:t>How Chart Longevity Affects Revenue:</a:t>
            </a:r>
          </a:p>
          <a:p>
            <a:pPr marL="342900" indent="-342900">
              <a:lnSpc>
                <a:spcPct val="150000"/>
              </a:lnSpc>
              <a:buFont typeface="Arial" panose="020B0604020202020204" pitchFamily="34" charset="0"/>
              <a:buChar char="•"/>
            </a:pPr>
            <a:r>
              <a:rPr lang="en-US" sz="2500" dirty="0">
                <a:latin typeface="Inclusive Sans" panose="020B0604020202020204" charset="0"/>
                <a:cs typeface="Inclusive Sans" panose="020B0604020202020204" charset="0"/>
              </a:rPr>
              <a:t>More discovery by new listeners: Each extra week on the chart exposes the song to a new audience. More listeners = more streams.</a:t>
            </a:r>
          </a:p>
          <a:p>
            <a:pPr marL="342900" indent="-342900">
              <a:lnSpc>
                <a:spcPct val="150000"/>
              </a:lnSpc>
              <a:buFont typeface="Arial" panose="020B0604020202020204" pitchFamily="34" charset="0"/>
              <a:buChar char="•"/>
            </a:pPr>
            <a:r>
              <a:rPr lang="en-US" sz="2500" dirty="0">
                <a:latin typeface="Inclusive Sans" panose="020B0604020202020204" charset="0"/>
                <a:cs typeface="Inclusive Sans" panose="020B0604020202020204" charset="0"/>
              </a:rPr>
              <a:t>Playlist additions: Songs that stay on charts longer get added to more playlists. Playlists drive repeat streams, which compound over time.</a:t>
            </a:r>
          </a:p>
          <a:p>
            <a:pPr marL="342900" indent="-342900">
              <a:lnSpc>
                <a:spcPct val="150000"/>
              </a:lnSpc>
              <a:buFont typeface="Arial" panose="020B0604020202020204" pitchFamily="34" charset="0"/>
              <a:buChar char="•"/>
            </a:pPr>
            <a:r>
              <a:rPr lang="en-US" sz="2500" dirty="0">
                <a:latin typeface="Inclusive Sans" panose="020B0604020202020204" charset="0"/>
                <a:cs typeface="Inclusive Sans" panose="020B0604020202020204" charset="0"/>
              </a:rPr>
              <a:t>Sustained royalty generation: Streaming platforms pay per stream. A song on the chart for 54 weeks earns royalties for 54 weeks, instead of spiking for 2-3 weeks and disappearing.</a:t>
            </a:r>
            <a:endParaRPr lang="en-IN" sz="2500" dirty="0">
              <a:latin typeface="Inclusive Sans" panose="020B0604020202020204" charset="0"/>
              <a:cs typeface="Inclusive Sans" panose="020B0604020202020204" charset="0"/>
            </a:endParaRPr>
          </a:p>
        </p:txBody>
      </p:sp>
      <p:sp>
        <p:nvSpPr>
          <p:cNvPr id="2" name="Google Shape;268;p13">
            <a:extLst>
              <a:ext uri="{FF2B5EF4-FFF2-40B4-BE49-F238E27FC236}">
                <a16:creationId xmlns:a16="http://schemas.microsoft.com/office/drawing/2014/main" id="{4AACBF7D-ADAD-C61D-AE9A-8A563DF3CC85}"/>
              </a:ext>
            </a:extLst>
          </p:cNvPr>
          <p:cNvSpPr/>
          <p:nvPr/>
        </p:nvSpPr>
        <p:spPr>
          <a:xfrm rot="20507357">
            <a:off x="-797936" y="7695500"/>
            <a:ext cx="2249906" cy="3082432"/>
          </a:xfrm>
          <a:custGeom>
            <a:avLst/>
            <a:gdLst/>
            <a:ahLst/>
            <a:cxnLst/>
            <a:rect l="l" t="t" r="r" b="b"/>
            <a:pathLst>
              <a:path w="2083534" h="3390366" extrusionOk="0">
                <a:moveTo>
                  <a:pt x="0" y="0"/>
                </a:moveTo>
                <a:lnTo>
                  <a:pt x="2083534" y="0"/>
                </a:lnTo>
                <a:lnTo>
                  <a:pt x="2083534" y="3390366"/>
                </a:lnTo>
                <a:lnTo>
                  <a:pt x="0" y="3390366"/>
                </a:lnTo>
                <a:lnTo>
                  <a:pt x="0" y="0"/>
                </a:lnTo>
                <a:close/>
              </a:path>
            </a:pathLst>
          </a:custGeom>
          <a:blipFill rotWithShape="1">
            <a:blip r:embed="rId3">
              <a:alphaModFix/>
            </a:blip>
            <a:stretch>
              <a:fillRect/>
            </a:stretch>
          </a:blipFill>
          <a:ln>
            <a:noFill/>
          </a:ln>
        </p:spPr>
      </p:sp>
      <p:sp>
        <p:nvSpPr>
          <p:cNvPr id="3" name="Google Shape;231;p10">
            <a:extLst>
              <a:ext uri="{FF2B5EF4-FFF2-40B4-BE49-F238E27FC236}">
                <a16:creationId xmlns:a16="http://schemas.microsoft.com/office/drawing/2014/main" id="{00627C52-8ECF-5511-4CB7-44564279B8A8}"/>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0960F"/>
        </a:solidFill>
        <a:effectLst/>
      </p:bgPr>
    </p:bg>
    <p:spTree>
      <p:nvGrpSpPr>
        <p:cNvPr id="1" name="Shape 259"/>
        <p:cNvGrpSpPr/>
        <p:nvPr/>
      </p:nvGrpSpPr>
      <p:grpSpPr>
        <a:xfrm>
          <a:off x="0" y="0"/>
          <a:ext cx="0" cy="0"/>
          <a:chOff x="0" y="0"/>
          <a:chExt cx="0" cy="0"/>
        </a:xfrm>
      </p:grpSpPr>
      <p:sp>
        <p:nvSpPr>
          <p:cNvPr id="264" name="Google Shape;264;p13"/>
          <p:cNvSpPr/>
          <p:nvPr/>
        </p:nvSpPr>
        <p:spPr>
          <a:xfrm rot="6988981">
            <a:off x="-1191953" y="-1518564"/>
            <a:ext cx="3851977" cy="3536815"/>
          </a:xfrm>
          <a:custGeom>
            <a:avLst/>
            <a:gdLst/>
            <a:ahLst/>
            <a:cxnLst/>
            <a:rect l="l" t="t" r="r" b="b"/>
            <a:pathLst>
              <a:path w="3851977" h="3536815" extrusionOk="0">
                <a:moveTo>
                  <a:pt x="0" y="0"/>
                </a:moveTo>
                <a:lnTo>
                  <a:pt x="3851977" y="0"/>
                </a:lnTo>
                <a:lnTo>
                  <a:pt x="3851977" y="3536815"/>
                </a:lnTo>
                <a:lnTo>
                  <a:pt x="0" y="3536815"/>
                </a:lnTo>
                <a:lnTo>
                  <a:pt x="0" y="0"/>
                </a:lnTo>
                <a:close/>
              </a:path>
            </a:pathLst>
          </a:custGeom>
          <a:blipFill rotWithShape="1">
            <a:blip r:embed="rId3">
              <a:alphaModFix/>
            </a:blip>
            <a:stretch>
              <a:fillRect/>
            </a:stretch>
          </a:blipFill>
          <a:ln>
            <a:noFill/>
          </a:ln>
        </p:spPr>
      </p:sp>
      <p:sp>
        <p:nvSpPr>
          <p:cNvPr id="265" name="Google Shape;265;p13"/>
          <p:cNvSpPr/>
          <p:nvPr/>
        </p:nvSpPr>
        <p:spPr>
          <a:xfrm rot="-131209">
            <a:off x="-639946" y="8429253"/>
            <a:ext cx="2747965" cy="2946162"/>
          </a:xfrm>
          <a:custGeom>
            <a:avLst/>
            <a:gdLst/>
            <a:ahLst/>
            <a:cxnLst/>
            <a:rect l="l" t="t" r="r" b="b"/>
            <a:pathLst>
              <a:path w="2747965" h="2946162" extrusionOk="0">
                <a:moveTo>
                  <a:pt x="0" y="0"/>
                </a:moveTo>
                <a:lnTo>
                  <a:pt x="2747965" y="0"/>
                </a:lnTo>
                <a:lnTo>
                  <a:pt x="2747965" y="2946161"/>
                </a:lnTo>
                <a:lnTo>
                  <a:pt x="0" y="2946161"/>
                </a:lnTo>
                <a:lnTo>
                  <a:pt x="0" y="0"/>
                </a:lnTo>
                <a:close/>
              </a:path>
            </a:pathLst>
          </a:custGeom>
          <a:blipFill rotWithShape="1">
            <a:blip r:embed="rId4">
              <a:alphaModFix/>
            </a:blip>
            <a:stretch>
              <a:fillRect/>
            </a:stretch>
          </a:blipFill>
          <a:ln>
            <a:noFill/>
          </a:ln>
        </p:spPr>
      </p:sp>
      <p:sp>
        <p:nvSpPr>
          <p:cNvPr id="266" name="Google Shape;266;p13"/>
          <p:cNvSpPr txBox="1"/>
          <p:nvPr/>
        </p:nvSpPr>
        <p:spPr>
          <a:xfrm>
            <a:off x="1796012" y="388238"/>
            <a:ext cx="16270023" cy="738664"/>
          </a:xfrm>
          <a:prstGeom prst="rect">
            <a:avLst/>
          </a:prstGeom>
          <a:noFill/>
          <a:ln>
            <a:noFill/>
          </a:ln>
        </p:spPr>
        <p:txBody>
          <a:bodyPr spcFirstLastPara="1" wrap="square" lIns="0" tIns="0" rIns="0" bIns="0" anchor="t" anchorCtr="0">
            <a:spAutoFit/>
          </a:bodyPr>
          <a:lstStyle/>
          <a:p>
            <a:pPr lvl="0"/>
            <a:r>
              <a:rPr lang="en-US" sz="4800" b="1" dirty="0">
                <a:latin typeface="Martel"/>
                <a:ea typeface="Martel"/>
                <a:cs typeface="Martel"/>
                <a:sym typeface="Martel"/>
              </a:rPr>
              <a:t>The Problem of Artist Dependency</a:t>
            </a:r>
            <a:endParaRPr sz="4800" b="1" dirty="0"/>
          </a:p>
        </p:txBody>
      </p:sp>
      <p:sp>
        <p:nvSpPr>
          <p:cNvPr id="267" name="Google Shape;267;p13"/>
          <p:cNvSpPr txBox="1"/>
          <p:nvPr/>
        </p:nvSpPr>
        <p:spPr>
          <a:xfrm>
            <a:off x="1796011" y="1233818"/>
            <a:ext cx="15887305" cy="1964384"/>
          </a:xfrm>
          <a:prstGeom prst="rect">
            <a:avLst/>
          </a:prstGeom>
          <a:noFill/>
          <a:ln>
            <a:noFill/>
          </a:ln>
        </p:spPr>
        <p:txBody>
          <a:bodyPr spcFirstLastPara="1" wrap="square" lIns="0" tIns="0" rIns="0" bIns="0" anchor="t" anchorCtr="0">
            <a:spAutoFit/>
          </a:bodyPr>
          <a:lstStyle/>
          <a:p>
            <a:pPr lvl="0">
              <a:lnSpc>
                <a:spcPct val="115000"/>
              </a:lnSpc>
            </a:pPr>
            <a:r>
              <a:rPr lang="en-US" sz="2500" dirty="0">
                <a:latin typeface="Inclusive Sans"/>
                <a:ea typeface="Inclusive Sans"/>
                <a:cs typeface="Inclusive Sans"/>
                <a:sym typeface="Inclusive Sans"/>
              </a:rPr>
              <a:t>If one artist accounts for 70% of a label's charting songs, the label's entire chart presence collapses the moment that artist leaves, has a bad album, or faces controversy. That's a single point of </a:t>
            </a:r>
            <a:r>
              <a:rPr lang="en-US" sz="2500" dirty="0" err="1">
                <a:latin typeface="Inclusive Sans"/>
                <a:ea typeface="Inclusive Sans"/>
                <a:cs typeface="Inclusive Sans"/>
                <a:sym typeface="Inclusive Sans"/>
              </a:rPr>
              <a:t>failure.Labels</a:t>
            </a:r>
            <a:r>
              <a:rPr lang="en-US" sz="2500" dirty="0">
                <a:latin typeface="Inclusive Sans"/>
                <a:ea typeface="Inclusive Sans"/>
                <a:cs typeface="Inclusive Sans"/>
                <a:sym typeface="Inclusive Sans"/>
              </a:rPr>
              <a:t> with diverse artist rosters are structurally more resilient. If Artist A has a quiet year, Artists B, C, and D carry the chart presence. </a:t>
            </a:r>
          </a:p>
          <a:p>
            <a:pPr lvl="0">
              <a:lnSpc>
                <a:spcPct val="115000"/>
              </a:lnSpc>
            </a:pPr>
            <a:endParaRPr lang="en-US" sz="1100" dirty="0"/>
          </a:p>
        </p:txBody>
      </p:sp>
      <p:sp>
        <p:nvSpPr>
          <p:cNvPr id="268" name="Google Shape;268;p13"/>
          <p:cNvSpPr/>
          <p:nvPr/>
        </p:nvSpPr>
        <p:spPr>
          <a:xfrm rot="-2425222">
            <a:off x="15132022" y="7078506"/>
            <a:ext cx="2083534" cy="3390366"/>
          </a:xfrm>
          <a:custGeom>
            <a:avLst/>
            <a:gdLst/>
            <a:ahLst/>
            <a:cxnLst/>
            <a:rect l="l" t="t" r="r" b="b"/>
            <a:pathLst>
              <a:path w="2083534" h="3390366" extrusionOk="0">
                <a:moveTo>
                  <a:pt x="0" y="0"/>
                </a:moveTo>
                <a:lnTo>
                  <a:pt x="2083534" y="0"/>
                </a:lnTo>
                <a:lnTo>
                  <a:pt x="2083534" y="3390366"/>
                </a:lnTo>
                <a:lnTo>
                  <a:pt x="0" y="3390366"/>
                </a:lnTo>
                <a:lnTo>
                  <a:pt x="0" y="0"/>
                </a:lnTo>
                <a:close/>
              </a:path>
            </a:pathLst>
          </a:custGeom>
          <a:blipFill rotWithShape="1">
            <a:blip r:embed="rId5">
              <a:alphaModFix/>
            </a:blip>
            <a:stretch>
              <a:fillRect/>
            </a:stretch>
          </a:blipFill>
          <a:ln>
            <a:noFill/>
          </a:ln>
        </p:spPr>
      </p:sp>
      <p:pic>
        <p:nvPicPr>
          <p:cNvPr id="10" name="Picture 9">
            <a:extLst>
              <a:ext uri="{FF2B5EF4-FFF2-40B4-BE49-F238E27FC236}">
                <a16:creationId xmlns:a16="http://schemas.microsoft.com/office/drawing/2014/main" id="{2B587405-F224-0C45-09A4-CAAFFC9EA97A}"/>
              </a:ext>
            </a:extLst>
          </p:cNvPr>
          <p:cNvPicPr>
            <a:picLocks noChangeAspect="1"/>
          </p:cNvPicPr>
          <p:nvPr/>
        </p:nvPicPr>
        <p:blipFill>
          <a:blip r:embed="rId6"/>
          <a:stretch>
            <a:fillRect/>
          </a:stretch>
        </p:blipFill>
        <p:spPr>
          <a:xfrm>
            <a:off x="1786926" y="3777775"/>
            <a:ext cx="6435459" cy="6125849"/>
          </a:xfrm>
          <a:prstGeom prst="rect">
            <a:avLst/>
          </a:prstGeom>
        </p:spPr>
      </p:pic>
      <p:sp>
        <p:nvSpPr>
          <p:cNvPr id="14" name="TextBox 13">
            <a:extLst>
              <a:ext uri="{FF2B5EF4-FFF2-40B4-BE49-F238E27FC236}">
                <a16:creationId xmlns:a16="http://schemas.microsoft.com/office/drawing/2014/main" id="{CC5E7101-6E79-3708-5E8C-393CF35916D8}"/>
              </a:ext>
            </a:extLst>
          </p:cNvPr>
          <p:cNvSpPr txBox="1"/>
          <p:nvPr/>
        </p:nvSpPr>
        <p:spPr>
          <a:xfrm>
            <a:off x="1796011" y="3198202"/>
            <a:ext cx="9999406" cy="587853"/>
          </a:xfrm>
          <a:prstGeom prst="rect">
            <a:avLst/>
          </a:prstGeom>
          <a:noFill/>
        </p:spPr>
        <p:txBody>
          <a:bodyPr wrap="square">
            <a:spAutoFit/>
          </a:bodyPr>
          <a:lstStyle/>
          <a:p>
            <a:pPr lvl="0">
              <a:lnSpc>
                <a:spcPct val="115000"/>
              </a:lnSpc>
            </a:pPr>
            <a:r>
              <a:rPr lang="en-US" sz="2800" b="1" dirty="0">
                <a:latin typeface="Martel" panose="020B0604020202020204" charset="0"/>
                <a:ea typeface="Inclusive Sans"/>
                <a:cs typeface="Martel" panose="020B0604020202020204" charset="0"/>
                <a:sym typeface="Inclusive Sans"/>
              </a:rPr>
              <a:t>Label Collapses Completely</a:t>
            </a:r>
          </a:p>
        </p:txBody>
      </p:sp>
      <p:sp>
        <p:nvSpPr>
          <p:cNvPr id="19" name="TextBox 18">
            <a:extLst>
              <a:ext uri="{FF2B5EF4-FFF2-40B4-BE49-F238E27FC236}">
                <a16:creationId xmlns:a16="http://schemas.microsoft.com/office/drawing/2014/main" id="{0A116EEE-254C-2DBD-A332-69BF00689169}"/>
              </a:ext>
            </a:extLst>
          </p:cNvPr>
          <p:cNvSpPr txBox="1"/>
          <p:nvPr/>
        </p:nvSpPr>
        <p:spPr>
          <a:xfrm>
            <a:off x="14281542" y="4247535"/>
            <a:ext cx="3210045" cy="2862322"/>
          </a:xfrm>
          <a:prstGeom prst="rect">
            <a:avLst/>
          </a:prstGeom>
          <a:noFill/>
        </p:spPr>
        <p:txBody>
          <a:bodyPr wrap="square" rtlCol="0">
            <a:spAutoFit/>
          </a:bodyPr>
          <a:lstStyle/>
          <a:p>
            <a:r>
              <a:rPr lang="en-US" sz="3600" dirty="0">
                <a:latin typeface="Inclusive Sans" panose="020B0604020202020204" charset="0"/>
                <a:cs typeface="Inclusive Sans" panose="020B0604020202020204" charset="0"/>
              </a:rPr>
              <a:t>These are the Labels that completely depending on one artist </a:t>
            </a:r>
            <a:endParaRPr lang="en-IN" sz="3600" dirty="0">
              <a:latin typeface="Inclusive Sans" panose="020B0604020202020204" charset="0"/>
              <a:cs typeface="Inclusive Sans" panose="020B0604020202020204" charset="0"/>
            </a:endParaRPr>
          </a:p>
        </p:txBody>
      </p:sp>
      <p:pic>
        <p:nvPicPr>
          <p:cNvPr id="21" name="Picture 20">
            <a:extLst>
              <a:ext uri="{FF2B5EF4-FFF2-40B4-BE49-F238E27FC236}">
                <a16:creationId xmlns:a16="http://schemas.microsoft.com/office/drawing/2014/main" id="{AD98F4E1-976D-6A1A-9051-AEDCBCD10404}"/>
              </a:ext>
            </a:extLst>
          </p:cNvPr>
          <p:cNvPicPr>
            <a:picLocks noChangeAspect="1"/>
          </p:cNvPicPr>
          <p:nvPr/>
        </p:nvPicPr>
        <p:blipFill>
          <a:blip r:embed="rId7"/>
          <a:stretch>
            <a:fillRect/>
          </a:stretch>
        </p:blipFill>
        <p:spPr>
          <a:xfrm>
            <a:off x="8879143" y="3786055"/>
            <a:ext cx="4354636" cy="6125848"/>
          </a:xfrm>
          <a:prstGeom prst="rect">
            <a:avLst/>
          </a:prstGeom>
        </p:spPr>
      </p:pic>
      <p:sp>
        <p:nvSpPr>
          <p:cNvPr id="22" name="Google Shape;231;p10">
            <a:extLst>
              <a:ext uri="{FF2B5EF4-FFF2-40B4-BE49-F238E27FC236}">
                <a16:creationId xmlns:a16="http://schemas.microsoft.com/office/drawing/2014/main" id="{844E7070-A6A6-350C-8280-29D8BB6AE16D}"/>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0960F"/>
        </a:solidFill>
        <a:effectLst/>
      </p:bgPr>
    </p:bg>
    <p:spTree>
      <p:nvGrpSpPr>
        <p:cNvPr id="1" name="Shape 259">
          <a:extLst>
            <a:ext uri="{FF2B5EF4-FFF2-40B4-BE49-F238E27FC236}">
              <a16:creationId xmlns:a16="http://schemas.microsoft.com/office/drawing/2014/main" id="{74D84331-B559-1FBA-F9B7-325A0872E9F9}"/>
            </a:ext>
          </a:extLst>
        </p:cNvPr>
        <p:cNvGrpSpPr/>
        <p:nvPr/>
      </p:nvGrpSpPr>
      <p:grpSpPr>
        <a:xfrm>
          <a:off x="0" y="0"/>
          <a:ext cx="0" cy="0"/>
          <a:chOff x="0" y="0"/>
          <a:chExt cx="0" cy="0"/>
        </a:xfrm>
      </p:grpSpPr>
      <p:sp>
        <p:nvSpPr>
          <p:cNvPr id="264" name="Google Shape;264;p13">
            <a:extLst>
              <a:ext uri="{FF2B5EF4-FFF2-40B4-BE49-F238E27FC236}">
                <a16:creationId xmlns:a16="http://schemas.microsoft.com/office/drawing/2014/main" id="{92001613-51F5-9EB0-9AD9-A42C5BFC08D2}"/>
              </a:ext>
            </a:extLst>
          </p:cNvPr>
          <p:cNvSpPr/>
          <p:nvPr/>
        </p:nvSpPr>
        <p:spPr>
          <a:xfrm rot="6988981">
            <a:off x="-1191953" y="-1518564"/>
            <a:ext cx="3851977" cy="3536815"/>
          </a:xfrm>
          <a:custGeom>
            <a:avLst/>
            <a:gdLst/>
            <a:ahLst/>
            <a:cxnLst/>
            <a:rect l="l" t="t" r="r" b="b"/>
            <a:pathLst>
              <a:path w="3851977" h="3536815" extrusionOk="0">
                <a:moveTo>
                  <a:pt x="0" y="0"/>
                </a:moveTo>
                <a:lnTo>
                  <a:pt x="3851977" y="0"/>
                </a:lnTo>
                <a:lnTo>
                  <a:pt x="3851977" y="3536815"/>
                </a:lnTo>
                <a:lnTo>
                  <a:pt x="0" y="3536815"/>
                </a:lnTo>
                <a:lnTo>
                  <a:pt x="0" y="0"/>
                </a:lnTo>
                <a:close/>
              </a:path>
            </a:pathLst>
          </a:custGeom>
          <a:blipFill rotWithShape="1">
            <a:blip r:embed="rId3">
              <a:alphaModFix/>
            </a:blip>
            <a:stretch>
              <a:fillRect/>
            </a:stretch>
          </a:blipFill>
          <a:ln>
            <a:noFill/>
          </a:ln>
        </p:spPr>
      </p:sp>
      <p:sp>
        <p:nvSpPr>
          <p:cNvPr id="265" name="Google Shape;265;p13">
            <a:extLst>
              <a:ext uri="{FF2B5EF4-FFF2-40B4-BE49-F238E27FC236}">
                <a16:creationId xmlns:a16="http://schemas.microsoft.com/office/drawing/2014/main" id="{60F20C28-15BE-C1ED-9C68-9E7E0CDC955F}"/>
              </a:ext>
            </a:extLst>
          </p:cNvPr>
          <p:cNvSpPr/>
          <p:nvPr/>
        </p:nvSpPr>
        <p:spPr>
          <a:xfrm rot="-131209">
            <a:off x="-639946" y="8429253"/>
            <a:ext cx="2747965" cy="2946162"/>
          </a:xfrm>
          <a:custGeom>
            <a:avLst/>
            <a:gdLst/>
            <a:ahLst/>
            <a:cxnLst/>
            <a:rect l="l" t="t" r="r" b="b"/>
            <a:pathLst>
              <a:path w="2747965" h="2946162" extrusionOk="0">
                <a:moveTo>
                  <a:pt x="0" y="0"/>
                </a:moveTo>
                <a:lnTo>
                  <a:pt x="2747965" y="0"/>
                </a:lnTo>
                <a:lnTo>
                  <a:pt x="2747965" y="2946161"/>
                </a:lnTo>
                <a:lnTo>
                  <a:pt x="0" y="2946161"/>
                </a:lnTo>
                <a:lnTo>
                  <a:pt x="0" y="0"/>
                </a:lnTo>
                <a:close/>
              </a:path>
            </a:pathLst>
          </a:custGeom>
          <a:blipFill rotWithShape="1">
            <a:blip r:embed="rId4">
              <a:alphaModFix/>
            </a:blip>
            <a:stretch>
              <a:fillRect/>
            </a:stretch>
          </a:blipFill>
          <a:ln>
            <a:noFill/>
          </a:ln>
        </p:spPr>
      </p:sp>
      <p:sp>
        <p:nvSpPr>
          <p:cNvPr id="268" name="Google Shape;268;p13">
            <a:extLst>
              <a:ext uri="{FF2B5EF4-FFF2-40B4-BE49-F238E27FC236}">
                <a16:creationId xmlns:a16="http://schemas.microsoft.com/office/drawing/2014/main" id="{51700619-094D-C052-DB19-0206E3F2D635}"/>
              </a:ext>
            </a:extLst>
          </p:cNvPr>
          <p:cNvSpPr/>
          <p:nvPr/>
        </p:nvSpPr>
        <p:spPr>
          <a:xfrm rot="-2425222">
            <a:off x="15132022" y="7078506"/>
            <a:ext cx="2083534" cy="3390366"/>
          </a:xfrm>
          <a:custGeom>
            <a:avLst/>
            <a:gdLst/>
            <a:ahLst/>
            <a:cxnLst/>
            <a:rect l="l" t="t" r="r" b="b"/>
            <a:pathLst>
              <a:path w="2083534" h="3390366" extrusionOk="0">
                <a:moveTo>
                  <a:pt x="0" y="0"/>
                </a:moveTo>
                <a:lnTo>
                  <a:pt x="2083534" y="0"/>
                </a:lnTo>
                <a:lnTo>
                  <a:pt x="2083534" y="3390366"/>
                </a:lnTo>
                <a:lnTo>
                  <a:pt x="0" y="3390366"/>
                </a:lnTo>
                <a:lnTo>
                  <a:pt x="0" y="0"/>
                </a:lnTo>
                <a:close/>
              </a:path>
            </a:pathLst>
          </a:custGeom>
          <a:blipFill rotWithShape="1">
            <a:blip r:embed="rId5">
              <a:alphaModFix/>
            </a:blip>
            <a:stretch>
              <a:fillRect/>
            </a:stretch>
          </a:blipFill>
          <a:ln>
            <a:noFill/>
          </a:ln>
        </p:spPr>
      </p:sp>
      <p:sp>
        <p:nvSpPr>
          <p:cNvPr id="14" name="TextBox 13">
            <a:extLst>
              <a:ext uri="{FF2B5EF4-FFF2-40B4-BE49-F238E27FC236}">
                <a16:creationId xmlns:a16="http://schemas.microsoft.com/office/drawing/2014/main" id="{113FC95A-53BA-F6DC-032D-CB8C6FAA2161}"/>
              </a:ext>
            </a:extLst>
          </p:cNvPr>
          <p:cNvSpPr txBox="1"/>
          <p:nvPr/>
        </p:nvSpPr>
        <p:spPr>
          <a:xfrm>
            <a:off x="1619030" y="619685"/>
            <a:ext cx="9999406" cy="587853"/>
          </a:xfrm>
          <a:prstGeom prst="rect">
            <a:avLst/>
          </a:prstGeom>
          <a:noFill/>
        </p:spPr>
        <p:txBody>
          <a:bodyPr wrap="square">
            <a:spAutoFit/>
          </a:bodyPr>
          <a:lstStyle/>
          <a:p>
            <a:pPr lvl="0">
              <a:lnSpc>
                <a:spcPct val="115000"/>
              </a:lnSpc>
            </a:pPr>
            <a:r>
              <a:rPr lang="en-US" sz="2800" b="1" dirty="0">
                <a:latin typeface="Martel" panose="020B0604020202020204" charset="0"/>
                <a:ea typeface="Inclusive Sans"/>
                <a:cs typeface="Martel" panose="020B0604020202020204" charset="0"/>
                <a:sym typeface="Inclusive Sans"/>
              </a:rPr>
              <a:t>Label Nearly Disappears</a:t>
            </a:r>
          </a:p>
        </p:txBody>
      </p:sp>
      <p:sp>
        <p:nvSpPr>
          <p:cNvPr id="19" name="TextBox 18">
            <a:extLst>
              <a:ext uri="{FF2B5EF4-FFF2-40B4-BE49-F238E27FC236}">
                <a16:creationId xmlns:a16="http://schemas.microsoft.com/office/drawing/2014/main" id="{85705A96-2433-0184-E07A-1F1ECC25632C}"/>
              </a:ext>
            </a:extLst>
          </p:cNvPr>
          <p:cNvSpPr txBox="1"/>
          <p:nvPr/>
        </p:nvSpPr>
        <p:spPr>
          <a:xfrm>
            <a:off x="10422567" y="7573360"/>
            <a:ext cx="7378735" cy="1200329"/>
          </a:xfrm>
          <a:prstGeom prst="rect">
            <a:avLst/>
          </a:prstGeom>
          <a:noFill/>
        </p:spPr>
        <p:txBody>
          <a:bodyPr wrap="square" rtlCol="0">
            <a:spAutoFit/>
          </a:bodyPr>
          <a:lstStyle/>
          <a:p>
            <a:r>
              <a:rPr lang="en-US" sz="3600" dirty="0">
                <a:latin typeface="Inclusive Sans" panose="020B0604020202020204" charset="0"/>
                <a:cs typeface="Inclusive Sans" panose="020B0604020202020204" charset="0"/>
              </a:rPr>
              <a:t>These are the Labels that depending on like 3-4 artists</a:t>
            </a:r>
            <a:endParaRPr lang="en-IN" sz="3600" dirty="0">
              <a:latin typeface="Inclusive Sans" panose="020B0604020202020204" charset="0"/>
              <a:cs typeface="Inclusive Sans" panose="020B0604020202020204" charset="0"/>
            </a:endParaRPr>
          </a:p>
        </p:txBody>
      </p:sp>
      <p:pic>
        <p:nvPicPr>
          <p:cNvPr id="7" name="Picture 6">
            <a:extLst>
              <a:ext uri="{FF2B5EF4-FFF2-40B4-BE49-F238E27FC236}">
                <a16:creationId xmlns:a16="http://schemas.microsoft.com/office/drawing/2014/main" id="{FFE3213F-8F2B-864A-0543-8B0297707C32}"/>
              </a:ext>
            </a:extLst>
          </p:cNvPr>
          <p:cNvPicPr>
            <a:picLocks noChangeAspect="1"/>
          </p:cNvPicPr>
          <p:nvPr/>
        </p:nvPicPr>
        <p:blipFill>
          <a:blip r:embed="rId6"/>
          <a:stretch>
            <a:fillRect/>
          </a:stretch>
        </p:blipFill>
        <p:spPr>
          <a:xfrm>
            <a:off x="1633777" y="7651722"/>
            <a:ext cx="8213603" cy="1044341"/>
          </a:xfrm>
          <a:prstGeom prst="rect">
            <a:avLst/>
          </a:prstGeom>
        </p:spPr>
      </p:pic>
      <p:pic>
        <p:nvPicPr>
          <p:cNvPr id="9" name="Picture 8">
            <a:extLst>
              <a:ext uri="{FF2B5EF4-FFF2-40B4-BE49-F238E27FC236}">
                <a16:creationId xmlns:a16="http://schemas.microsoft.com/office/drawing/2014/main" id="{2536C1E2-E4F1-3158-D9D2-BDF344B3717A}"/>
              </a:ext>
            </a:extLst>
          </p:cNvPr>
          <p:cNvPicPr>
            <a:picLocks noChangeAspect="1"/>
          </p:cNvPicPr>
          <p:nvPr/>
        </p:nvPicPr>
        <p:blipFill>
          <a:blip r:embed="rId7"/>
          <a:stretch>
            <a:fillRect/>
          </a:stretch>
        </p:blipFill>
        <p:spPr>
          <a:xfrm>
            <a:off x="1633776" y="1207538"/>
            <a:ext cx="7967423" cy="4955682"/>
          </a:xfrm>
          <a:prstGeom prst="rect">
            <a:avLst/>
          </a:prstGeom>
        </p:spPr>
      </p:pic>
      <p:sp>
        <p:nvSpPr>
          <p:cNvPr id="11" name="TextBox 10">
            <a:extLst>
              <a:ext uri="{FF2B5EF4-FFF2-40B4-BE49-F238E27FC236}">
                <a16:creationId xmlns:a16="http://schemas.microsoft.com/office/drawing/2014/main" id="{12650695-3870-165C-09B0-41987EB39135}"/>
              </a:ext>
            </a:extLst>
          </p:cNvPr>
          <p:cNvSpPr txBox="1"/>
          <p:nvPr/>
        </p:nvSpPr>
        <p:spPr>
          <a:xfrm>
            <a:off x="1491210" y="6457146"/>
            <a:ext cx="9999406" cy="587853"/>
          </a:xfrm>
          <a:prstGeom prst="rect">
            <a:avLst/>
          </a:prstGeom>
          <a:noFill/>
        </p:spPr>
        <p:txBody>
          <a:bodyPr wrap="square">
            <a:spAutoFit/>
          </a:bodyPr>
          <a:lstStyle/>
          <a:p>
            <a:pPr lvl="0">
              <a:lnSpc>
                <a:spcPct val="115000"/>
              </a:lnSpc>
            </a:pPr>
            <a:r>
              <a:rPr lang="en-US" sz="2800" b="1" dirty="0">
                <a:latin typeface="Martel" panose="020B0604020202020204" charset="0"/>
                <a:ea typeface="Inclusive Sans"/>
                <a:cs typeface="Martel" panose="020B0604020202020204" charset="0"/>
                <a:sym typeface="Inclusive Sans"/>
              </a:rPr>
              <a:t>Label Severely Weakened</a:t>
            </a:r>
          </a:p>
        </p:txBody>
      </p:sp>
      <p:sp>
        <p:nvSpPr>
          <p:cNvPr id="12" name="TextBox 11">
            <a:extLst>
              <a:ext uri="{FF2B5EF4-FFF2-40B4-BE49-F238E27FC236}">
                <a16:creationId xmlns:a16="http://schemas.microsoft.com/office/drawing/2014/main" id="{AD97CF2D-6FA0-B9D9-E36B-7DDE9C85615E}"/>
              </a:ext>
            </a:extLst>
          </p:cNvPr>
          <p:cNvSpPr txBox="1"/>
          <p:nvPr/>
        </p:nvSpPr>
        <p:spPr>
          <a:xfrm>
            <a:off x="9999780" y="2426064"/>
            <a:ext cx="7378735" cy="1200329"/>
          </a:xfrm>
          <a:prstGeom prst="rect">
            <a:avLst/>
          </a:prstGeom>
          <a:noFill/>
        </p:spPr>
        <p:txBody>
          <a:bodyPr wrap="square" rtlCol="0">
            <a:spAutoFit/>
          </a:bodyPr>
          <a:lstStyle/>
          <a:p>
            <a:r>
              <a:rPr lang="en-US" sz="3600" dirty="0">
                <a:latin typeface="Inclusive Sans" panose="020B0604020202020204" charset="0"/>
                <a:cs typeface="Inclusive Sans" panose="020B0604020202020204" charset="0"/>
              </a:rPr>
              <a:t>These are the Labels that depending on 2-3 artists</a:t>
            </a:r>
            <a:endParaRPr lang="en-IN" sz="3600" dirty="0">
              <a:latin typeface="Inclusive Sans" panose="020B0604020202020204" charset="0"/>
              <a:cs typeface="Inclusive Sans" panose="020B0604020202020204" charset="0"/>
            </a:endParaRPr>
          </a:p>
        </p:txBody>
      </p:sp>
      <p:sp>
        <p:nvSpPr>
          <p:cNvPr id="13" name="Google Shape;231;p10">
            <a:extLst>
              <a:ext uri="{FF2B5EF4-FFF2-40B4-BE49-F238E27FC236}">
                <a16:creationId xmlns:a16="http://schemas.microsoft.com/office/drawing/2014/main" id="{95E2197D-91C7-2FD6-54F5-C19E21C540FB}"/>
              </a:ext>
            </a:extLst>
          </p:cNvPr>
          <p:cNvSpPr txBox="1"/>
          <p:nvPr/>
        </p:nvSpPr>
        <p:spPr>
          <a:xfrm>
            <a:off x="14332831" y="9727094"/>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extLst>
      <p:ext uri="{BB962C8B-B14F-4D97-AF65-F5344CB8AC3E}">
        <p14:creationId xmlns:p14="http://schemas.microsoft.com/office/powerpoint/2010/main" val="4160002889"/>
      </p:ext>
    </p:extLst>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0960F"/>
        </a:solidFill>
        <a:effectLst/>
      </p:bgPr>
    </p:bg>
    <p:spTree>
      <p:nvGrpSpPr>
        <p:cNvPr id="1" name="Shape 259">
          <a:extLst>
            <a:ext uri="{FF2B5EF4-FFF2-40B4-BE49-F238E27FC236}">
              <a16:creationId xmlns:a16="http://schemas.microsoft.com/office/drawing/2014/main" id="{501C0889-6494-2191-D5E4-737E4A6E5B4C}"/>
            </a:ext>
          </a:extLst>
        </p:cNvPr>
        <p:cNvGrpSpPr/>
        <p:nvPr/>
      </p:nvGrpSpPr>
      <p:grpSpPr>
        <a:xfrm>
          <a:off x="0" y="0"/>
          <a:ext cx="0" cy="0"/>
          <a:chOff x="0" y="0"/>
          <a:chExt cx="0" cy="0"/>
        </a:xfrm>
      </p:grpSpPr>
      <p:grpSp>
        <p:nvGrpSpPr>
          <p:cNvPr id="5" name="Google Shape;346;p16">
            <a:extLst>
              <a:ext uri="{FF2B5EF4-FFF2-40B4-BE49-F238E27FC236}">
                <a16:creationId xmlns:a16="http://schemas.microsoft.com/office/drawing/2014/main" id="{44D2DC96-862B-CFEA-AB0F-405A06F27BA2}"/>
              </a:ext>
            </a:extLst>
          </p:cNvPr>
          <p:cNvGrpSpPr/>
          <p:nvPr/>
        </p:nvGrpSpPr>
        <p:grpSpPr>
          <a:xfrm>
            <a:off x="1223303" y="5682024"/>
            <a:ext cx="15841393" cy="3447227"/>
            <a:chOff x="0" y="-9525"/>
            <a:chExt cx="1757690" cy="423203"/>
          </a:xfrm>
        </p:grpSpPr>
        <p:sp>
          <p:nvSpPr>
            <p:cNvPr id="6" name="Google Shape;347;p16">
              <a:extLst>
                <a:ext uri="{FF2B5EF4-FFF2-40B4-BE49-F238E27FC236}">
                  <a16:creationId xmlns:a16="http://schemas.microsoft.com/office/drawing/2014/main" id="{62B83D1F-F844-18C0-C43F-5A1832E7B890}"/>
                </a:ext>
              </a:extLst>
            </p:cNvPr>
            <p:cNvSpPr/>
            <p:nvPr/>
          </p:nvSpPr>
          <p:spPr>
            <a:xfrm>
              <a:off x="0" y="0"/>
              <a:ext cx="1757690" cy="413678"/>
            </a:xfrm>
            <a:custGeom>
              <a:avLst/>
              <a:gdLst/>
              <a:ahLst/>
              <a:cxnLst/>
              <a:rect l="l" t="t" r="r" b="b"/>
              <a:pathLst>
                <a:path w="1757690" h="413678" extrusionOk="0">
                  <a:moveTo>
                    <a:pt x="28980" y="0"/>
                  </a:moveTo>
                  <a:lnTo>
                    <a:pt x="1728711" y="0"/>
                  </a:lnTo>
                  <a:cubicBezTo>
                    <a:pt x="1744716" y="0"/>
                    <a:pt x="1757690" y="12975"/>
                    <a:pt x="1757690" y="28980"/>
                  </a:cubicBezTo>
                  <a:lnTo>
                    <a:pt x="1757690" y="384699"/>
                  </a:lnTo>
                  <a:cubicBezTo>
                    <a:pt x="1757690" y="400704"/>
                    <a:pt x="1744716" y="413678"/>
                    <a:pt x="1728711" y="413678"/>
                  </a:cubicBezTo>
                  <a:lnTo>
                    <a:pt x="28980" y="413678"/>
                  </a:lnTo>
                  <a:cubicBezTo>
                    <a:pt x="12975" y="413678"/>
                    <a:pt x="0" y="400704"/>
                    <a:pt x="0" y="384699"/>
                  </a:cubicBezTo>
                  <a:lnTo>
                    <a:pt x="0" y="28980"/>
                  </a:lnTo>
                  <a:cubicBezTo>
                    <a:pt x="0" y="12975"/>
                    <a:pt x="12975" y="0"/>
                    <a:pt x="28980"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48;p16">
              <a:extLst>
                <a:ext uri="{FF2B5EF4-FFF2-40B4-BE49-F238E27FC236}">
                  <a16:creationId xmlns:a16="http://schemas.microsoft.com/office/drawing/2014/main" id="{82180D0A-4B6A-578C-1F17-4193D23C5244}"/>
                </a:ext>
              </a:extLst>
            </p:cNvPr>
            <p:cNvSpPr txBox="1"/>
            <p:nvPr/>
          </p:nvSpPr>
          <p:spPr>
            <a:xfrm>
              <a:off x="0" y="-9525"/>
              <a:ext cx="1757690" cy="4232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4" name="Google Shape;264;p13">
            <a:extLst>
              <a:ext uri="{FF2B5EF4-FFF2-40B4-BE49-F238E27FC236}">
                <a16:creationId xmlns:a16="http://schemas.microsoft.com/office/drawing/2014/main" id="{93D82EDB-C09D-FEE1-1285-E1D3D9053917}"/>
              </a:ext>
            </a:extLst>
          </p:cNvPr>
          <p:cNvSpPr/>
          <p:nvPr/>
        </p:nvSpPr>
        <p:spPr>
          <a:xfrm rot="6988981">
            <a:off x="-1191953" y="-1518564"/>
            <a:ext cx="3851977" cy="3536815"/>
          </a:xfrm>
          <a:custGeom>
            <a:avLst/>
            <a:gdLst/>
            <a:ahLst/>
            <a:cxnLst/>
            <a:rect l="l" t="t" r="r" b="b"/>
            <a:pathLst>
              <a:path w="3851977" h="3536815" extrusionOk="0">
                <a:moveTo>
                  <a:pt x="0" y="0"/>
                </a:moveTo>
                <a:lnTo>
                  <a:pt x="3851977" y="0"/>
                </a:lnTo>
                <a:lnTo>
                  <a:pt x="3851977" y="3536815"/>
                </a:lnTo>
                <a:lnTo>
                  <a:pt x="0" y="3536815"/>
                </a:lnTo>
                <a:lnTo>
                  <a:pt x="0" y="0"/>
                </a:lnTo>
                <a:close/>
              </a:path>
            </a:pathLst>
          </a:custGeom>
          <a:blipFill rotWithShape="1">
            <a:blip r:embed="rId3">
              <a:alphaModFix/>
            </a:blip>
            <a:stretch>
              <a:fillRect/>
            </a:stretch>
          </a:blipFill>
          <a:ln>
            <a:noFill/>
          </a:ln>
        </p:spPr>
      </p:sp>
      <p:sp>
        <p:nvSpPr>
          <p:cNvPr id="265" name="Google Shape;265;p13">
            <a:extLst>
              <a:ext uri="{FF2B5EF4-FFF2-40B4-BE49-F238E27FC236}">
                <a16:creationId xmlns:a16="http://schemas.microsoft.com/office/drawing/2014/main" id="{00C95190-984C-3FBD-CACB-9993DFF31441}"/>
              </a:ext>
            </a:extLst>
          </p:cNvPr>
          <p:cNvSpPr/>
          <p:nvPr/>
        </p:nvSpPr>
        <p:spPr>
          <a:xfrm rot="-131209">
            <a:off x="-639946" y="8429253"/>
            <a:ext cx="2747965" cy="2946162"/>
          </a:xfrm>
          <a:custGeom>
            <a:avLst/>
            <a:gdLst/>
            <a:ahLst/>
            <a:cxnLst/>
            <a:rect l="l" t="t" r="r" b="b"/>
            <a:pathLst>
              <a:path w="2747965" h="2946162" extrusionOk="0">
                <a:moveTo>
                  <a:pt x="0" y="0"/>
                </a:moveTo>
                <a:lnTo>
                  <a:pt x="2747965" y="0"/>
                </a:lnTo>
                <a:lnTo>
                  <a:pt x="2747965" y="2946161"/>
                </a:lnTo>
                <a:lnTo>
                  <a:pt x="0" y="2946161"/>
                </a:lnTo>
                <a:lnTo>
                  <a:pt x="0" y="0"/>
                </a:lnTo>
                <a:close/>
              </a:path>
            </a:pathLst>
          </a:custGeom>
          <a:blipFill rotWithShape="1">
            <a:blip r:embed="rId4">
              <a:alphaModFix/>
            </a:blip>
            <a:stretch>
              <a:fillRect/>
            </a:stretch>
          </a:blipFill>
          <a:ln>
            <a:noFill/>
          </a:ln>
        </p:spPr>
      </p:sp>
      <p:sp>
        <p:nvSpPr>
          <p:cNvPr id="268" name="Google Shape;268;p13">
            <a:extLst>
              <a:ext uri="{FF2B5EF4-FFF2-40B4-BE49-F238E27FC236}">
                <a16:creationId xmlns:a16="http://schemas.microsoft.com/office/drawing/2014/main" id="{A001DB2F-81F0-1DDF-AB6E-1A9CEE727E48}"/>
              </a:ext>
            </a:extLst>
          </p:cNvPr>
          <p:cNvSpPr/>
          <p:nvPr/>
        </p:nvSpPr>
        <p:spPr>
          <a:xfrm rot="-2425222">
            <a:off x="15132022" y="7078506"/>
            <a:ext cx="2083534" cy="3390366"/>
          </a:xfrm>
          <a:custGeom>
            <a:avLst/>
            <a:gdLst/>
            <a:ahLst/>
            <a:cxnLst/>
            <a:rect l="l" t="t" r="r" b="b"/>
            <a:pathLst>
              <a:path w="2083534" h="3390366" extrusionOk="0">
                <a:moveTo>
                  <a:pt x="0" y="0"/>
                </a:moveTo>
                <a:lnTo>
                  <a:pt x="2083534" y="0"/>
                </a:lnTo>
                <a:lnTo>
                  <a:pt x="2083534" y="3390366"/>
                </a:lnTo>
                <a:lnTo>
                  <a:pt x="0" y="3390366"/>
                </a:lnTo>
                <a:lnTo>
                  <a:pt x="0" y="0"/>
                </a:lnTo>
                <a:close/>
              </a:path>
            </a:pathLst>
          </a:custGeom>
          <a:blipFill rotWithShape="1">
            <a:blip r:embed="rId5">
              <a:alphaModFix/>
            </a:blip>
            <a:stretch>
              <a:fillRect/>
            </a:stretch>
          </a:blipFill>
          <a:ln>
            <a:noFill/>
          </a:ln>
        </p:spPr>
      </p:sp>
      <p:sp>
        <p:nvSpPr>
          <p:cNvPr id="14" name="TextBox 13">
            <a:extLst>
              <a:ext uri="{FF2B5EF4-FFF2-40B4-BE49-F238E27FC236}">
                <a16:creationId xmlns:a16="http://schemas.microsoft.com/office/drawing/2014/main" id="{AD6DFA7D-667A-BC87-3D28-87ED5D3B0B7D}"/>
              </a:ext>
            </a:extLst>
          </p:cNvPr>
          <p:cNvSpPr txBox="1"/>
          <p:nvPr/>
        </p:nvSpPr>
        <p:spPr>
          <a:xfrm>
            <a:off x="1619030" y="619685"/>
            <a:ext cx="9999406" cy="587853"/>
          </a:xfrm>
          <a:prstGeom prst="rect">
            <a:avLst/>
          </a:prstGeom>
          <a:noFill/>
        </p:spPr>
        <p:txBody>
          <a:bodyPr wrap="square">
            <a:spAutoFit/>
          </a:bodyPr>
          <a:lstStyle/>
          <a:p>
            <a:pPr lvl="0">
              <a:lnSpc>
                <a:spcPct val="115000"/>
              </a:lnSpc>
            </a:pPr>
            <a:r>
              <a:rPr lang="en-US" sz="2800" b="1" dirty="0">
                <a:latin typeface="Martel" panose="020B0604020202020204" charset="0"/>
                <a:ea typeface="Inclusive Sans"/>
                <a:cs typeface="Martel" panose="020B0604020202020204" charset="0"/>
                <a:sym typeface="Inclusive Sans"/>
              </a:rPr>
              <a:t>Label Survives</a:t>
            </a:r>
          </a:p>
        </p:txBody>
      </p:sp>
      <p:sp>
        <p:nvSpPr>
          <p:cNvPr id="12" name="TextBox 11">
            <a:extLst>
              <a:ext uri="{FF2B5EF4-FFF2-40B4-BE49-F238E27FC236}">
                <a16:creationId xmlns:a16="http://schemas.microsoft.com/office/drawing/2014/main" id="{B79F0C7E-CD30-CF19-2BD8-C242A2C05306}"/>
              </a:ext>
            </a:extLst>
          </p:cNvPr>
          <p:cNvSpPr txBox="1"/>
          <p:nvPr/>
        </p:nvSpPr>
        <p:spPr>
          <a:xfrm>
            <a:off x="11618437" y="2455561"/>
            <a:ext cx="6447600" cy="1754326"/>
          </a:xfrm>
          <a:prstGeom prst="rect">
            <a:avLst/>
          </a:prstGeom>
          <a:noFill/>
        </p:spPr>
        <p:txBody>
          <a:bodyPr wrap="square" rtlCol="0">
            <a:spAutoFit/>
          </a:bodyPr>
          <a:lstStyle/>
          <a:p>
            <a:r>
              <a:rPr lang="en-US" sz="3600" dirty="0">
                <a:latin typeface="Inclusive Sans" panose="020B0604020202020204" charset="0"/>
                <a:cs typeface="Inclusive Sans" panose="020B0604020202020204" charset="0"/>
              </a:rPr>
              <a:t>These are the Labels that depending more than 5 artists</a:t>
            </a:r>
            <a:endParaRPr lang="en-IN" sz="3600" dirty="0">
              <a:latin typeface="Inclusive Sans" panose="020B0604020202020204" charset="0"/>
              <a:cs typeface="Inclusive Sans" panose="020B0604020202020204" charset="0"/>
            </a:endParaRPr>
          </a:p>
        </p:txBody>
      </p:sp>
      <p:pic>
        <p:nvPicPr>
          <p:cNvPr id="3" name="Picture 2">
            <a:extLst>
              <a:ext uri="{FF2B5EF4-FFF2-40B4-BE49-F238E27FC236}">
                <a16:creationId xmlns:a16="http://schemas.microsoft.com/office/drawing/2014/main" id="{F241CB74-B9CB-2AEE-6AA7-7EC65C0B1F11}"/>
              </a:ext>
            </a:extLst>
          </p:cNvPr>
          <p:cNvPicPr>
            <a:picLocks noChangeAspect="1"/>
          </p:cNvPicPr>
          <p:nvPr/>
        </p:nvPicPr>
        <p:blipFill>
          <a:blip r:embed="rId6"/>
          <a:stretch>
            <a:fillRect/>
          </a:stretch>
        </p:blipFill>
        <p:spPr>
          <a:xfrm>
            <a:off x="1274416" y="1533535"/>
            <a:ext cx="9806785" cy="3673332"/>
          </a:xfrm>
          <a:prstGeom prst="rect">
            <a:avLst/>
          </a:prstGeom>
        </p:spPr>
      </p:pic>
      <p:sp>
        <p:nvSpPr>
          <p:cNvPr id="4" name="TextBox 3">
            <a:extLst>
              <a:ext uri="{FF2B5EF4-FFF2-40B4-BE49-F238E27FC236}">
                <a16:creationId xmlns:a16="http://schemas.microsoft.com/office/drawing/2014/main" id="{18C1A01B-9AF9-C316-5362-21984FA21A5A}"/>
              </a:ext>
            </a:extLst>
          </p:cNvPr>
          <p:cNvSpPr txBox="1"/>
          <p:nvPr/>
        </p:nvSpPr>
        <p:spPr>
          <a:xfrm>
            <a:off x="1371598" y="6078104"/>
            <a:ext cx="15544801" cy="2862322"/>
          </a:xfrm>
          <a:prstGeom prst="rect">
            <a:avLst/>
          </a:prstGeom>
          <a:noFill/>
        </p:spPr>
        <p:txBody>
          <a:bodyPr wrap="square" rtlCol="0">
            <a:spAutoFit/>
          </a:bodyPr>
          <a:lstStyle/>
          <a:p>
            <a:pPr algn="just"/>
            <a:r>
              <a:rPr lang="en-US" sz="3600" dirty="0">
                <a:latin typeface="Inclusive Sans" panose="020B0604020202020204" charset="0"/>
                <a:cs typeface="Inclusive Sans" panose="020B0604020202020204" charset="0"/>
              </a:rPr>
              <a:t>Among 64 music labels on this 54-week chart, only 8 labels survive without depending on a single artist, while 40 labels rely solely on one artist. </a:t>
            </a:r>
          </a:p>
          <a:p>
            <a:pPr algn="just"/>
            <a:r>
              <a:rPr lang="en-US" sz="3600" dirty="0">
                <a:latin typeface="Inclusive Sans" panose="020B0604020202020204" charset="0"/>
                <a:cs typeface="Inclusive Sans" panose="020B0604020202020204" charset="0"/>
              </a:rPr>
              <a:t>This creates high risk for those labels and shows how much label risk depends on artists.</a:t>
            </a:r>
            <a:endParaRPr lang="en-IN" sz="3600" dirty="0">
              <a:latin typeface="Inclusive Sans" panose="020B0604020202020204" charset="0"/>
              <a:cs typeface="Inclusive Sans" panose="020B0604020202020204" charset="0"/>
            </a:endParaRPr>
          </a:p>
        </p:txBody>
      </p:sp>
      <p:sp>
        <p:nvSpPr>
          <p:cNvPr id="10" name="Google Shape;231;p10">
            <a:extLst>
              <a:ext uri="{FF2B5EF4-FFF2-40B4-BE49-F238E27FC236}">
                <a16:creationId xmlns:a16="http://schemas.microsoft.com/office/drawing/2014/main" id="{D46A183F-4487-B2CE-A46C-ED835CEC7DD9}"/>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extLst>
      <p:ext uri="{BB962C8B-B14F-4D97-AF65-F5344CB8AC3E}">
        <p14:creationId xmlns:p14="http://schemas.microsoft.com/office/powerpoint/2010/main" val="2473473361"/>
      </p:ext>
    </p:extLst>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8C5DD"/>
        </a:solidFill>
        <a:effectLst/>
      </p:bgPr>
    </p:bg>
    <p:spTree>
      <p:nvGrpSpPr>
        <p:cNvPr id="1" name="Shape 272"/>
        <p:cNvGrpSpPr/>
        <p:nvPr/>
      </p:nvGrpSpPr>
      <p:grpSpPr>
        <a:xfrm>
          <a:off x="0" y="0"/>
          <a:ext cx="0" cy="0"/>
          <a:chOff x="0" y="0"/>
          <a:chExt cx="0" cy="0"/>
        </a:xfrm>
      </p:grpSpPr>
      <p:grpSp>
        <p:nvGrpSpPr>
          <p:cNvPr id="273" name="Google Shape;273;p14"/>
          <p:cNvGrpSpPr/>
          <p:nvPr/>
        </p:nvGrpSpPr>
        <p:grpSpPr>
          <a:xfrm>
            <a:off x="446139" y="1404787"/>
            <a:ext cx="9456892" cy="8093174"/>
            <a:chOff x="0" y="-9525"/>
            <a:chExt cx="1777748" cy="755010"/>
          </a:xfrm>
        </p:grpSpPr>
        <p:sp>
          <p:nvSpPr>
            <p:cNvPr id="274" name="Google Shape;274;p14"/>
            <p:cNvSpPr/>
            <p:nvPr/>
          </p:nvSpPr>
          <p:spPr>
            <a:xfrm>
              <a:off x="0" y="0"/>
              <a:ext cx="1777748" cy="745485"/>
            </a:xfrm>
            <a:custGeom>
              <a:avLst/>
              <a:gdLst/>
              <a:ahLst/>
              <a:cxnLst/>
              <a:rect l="l" t="t" r="r" b="b"/>
              <a:pathLst>
                <a:path w="1777748" h="745485" extrusionOk="0">
                  <a:moveTo>
                    <a:pt x="28653" y="0"/>
                  </a:moveTo>
                  <a:lnTo>
                    <a:pt x="1749095" y="0"/>
                  </a:lnTo>
                  <a:cubicBezTo>
                    <a:pt x="1756694" y="0"/>
                    <a:pt x="1763982" y="3019"/>
                    <a:pt x="1769356" y="8392"/>
                  </a:cubicBezTo>
                  <a:cubicBezTo>
                    <a:pt x="1774729" y="13766"/>
                    <a:pt x="1777748" y="21054"/>
                    <a:pt x="1777748" y="28653"/>
                  </a:cubicBezTo>
                  <a:lnTo>
                    <a:pt x="1777748" y="716832"/>
                  </a:lnTo>
                  <a:cubicBezTo>
                    <a:pt x="1777748" y="724431"/>
                    <a:pt x="1774729" y="731719"/>
                    <a:pt x="1769356" y="737092"/>
                  </a:cubicBezTo>
                  <a:cubicBezTo>
                    <a:pt x="1763982" y="742466"/>
                    <a:pt x="1756694" y="745485"/>
                    <a:pt x="1749095" y="745485"/>
                  </a:cubicBezTo>
                  <a:lnTo>
                    <a:pt x="28653" y="745485"/>
                  </a:lnTo>
                  <a:cubicBezTo>
                    <a:pt x="21054" y="745485"/>
                    <a:pt x="13766" y="742466"/>
                    <a:pt x="8392" y="737092"/>
                  </a:cubicBezTo>
                  <a:cubicBezTo>
                    <a:pt x="3019" y="731719"/>
                    <a:pt x="0" y="724431"/>
                    <a:pt x="0" y="716832"/>
                  </a:cubicBezTo>
                  <a:lnTo>
                    <a:pt x="0" y="28653"/>
                  </a:lnTo>
                  <a:cubicBezTo>
                    <a:pt x="0" y="21054"/>
                    <a:pt x="3019" y="13766"/>
                    <a:pt x="8392" y="8392"/>
                  </a:cubicBezTo>
                  <a:cubicBezTo>
                    <a:pt x="13766" y="3019"/>
                    <a:pt x="21054" y="0"/>
                    <a:pt x="28653"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txBox="1"/>
            <p:nvPr/>
          </p:nvSpPr>
          <p:spPr>
            <a:xfrm>
              <a:off x="0" y="-9525"/>
              <a:ext cx="1777748" cy="75501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1" name="Google Shape;281;p14"/>
          <p:cNvSpPr/>
          <p:nvPr/>
        </p:nvSpPr>
        <p:spPr>
          <a:xfrm>
            <a:off x="16180331" y="267073"/>
            <a:ext cx="1929184" cy="1904631"/>
          </a:xfrm>
          <a:custGeom>
            <a:avLst/>
            <a:gdLst/>
            <a:ahLst/>
            <a:cxnLst/>
            <a:rect l="l" t="t" r="r" b="b"/>
            <a:pathLst>
              <a:path w="1929184" h="1904631" extrusionOk="0">
                <a:moveTo>
                  <a:pt x="0" y="0"/>
                </a:moveTo>
                <a:lnTo>
                  <a:pt x="1929184" y="0"/>
                </a:lnTo>
                <a:lnTo>
                  <a:pt x="1929184" y="1904631"/>
                </a:lnTo>
                <a:lnTo>
                  <a:pt x="0" y="1904631"/>
                </a:lnTo>
                <a:lnTo>
                  <a:pt x="0" y="0"/>
                </a:lnTo>
                <a:close/>
              </a:path>
            </a:pathLst>
          </a:custGeom>
          <a:blipFill rotWithShape="1">
            <a:blip r:embed="rId3">
              <a:alphaModFix/>
            </a:blip>
            <a:stretch>
              <a:fillRect/>
            </a:stretch>
          </a:blipFill>
          <a:ln>
            <a:noFill/>
          </a:ln>
        </p:spPr>
      </p:sp>
      <p:sp>
        <p:nvSpPr>
          <p:cNvPr id="283" name="Google Shape;283;p14"/>
          <p:cNvSpPr txBox="1"/>
          <p:nvPr/>
        </p:nvSpPr>
        <p:spPr>
          <a:xfrm>
            <a:off x="777978" y="267073"/>
            <a:ext cx="8218539" cy="7386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800" b="0" i="0" u="none" strike="noStrike" cap="none" dirty="0">
                <a:solidFill>
                  <a:srgbClr val="000000"/>
                </a:solidFill>
                <a:latin typeface="Martel"/>
                <a:ea typeface="Martel"/>
                <a:cs typeface="Martel"/>
                <a:sym typeface="Martel"/>
              </a:rPr>
              <a:t>Lifecycle patterns</a:t>
            </a:r>
            <a:endParaRPr sz="4800" dirty="0"/>
          </a:p>
        </p:txBody>
      </p:sp>
      <p:sp>
        <p:nvSpPr>
          <p:cNvPr id="284" name="Google Shape;284;p14"/>
          <p:cNvSpPr txBox="1"/>
          <p:nvPr/>
        </p:nvSpPr>
        <p:spPr>
          <a:xfrm>
            <a:off x="10234870" y="1501299"/>
            <a:ext cx="9456893" cy="884858"/>
          </a:xfrm>
          <a:prstGeom prst="rect">
            <a:avLst/>
          </a:prstGeom>
          <a:noFill/>
          <a:ln>
            <a:noFill/>
          </a:ln>
        </p:spPr>
        <p:txBody>
          <a:bodyPr spcFirstLastPara="1" wrap="square" lIns="0" tIns="0" rIns="0" bIns="0" anchor="t" anchorCtr="0">
            <a:spAutoFit/>
          </a:bodyPr>
          <a:lstStyle/>
          <a:p>
            <a:pPr lvl="0">
              <a:lnSpc>
                <a:spcPct val="115000"/>
              </a:lnSpc>
            </a:pPr>
            <a:r>
              <a:rPr lang="en-US" sz="2500" dirty="0">
                <a:latin typeface="Inclusive Sans"/>
                <a:ea typeface="Inclusive Sans"/>
                <a:cs typeface="Inclusive Sans"/>
                <a:sym typeface="Inclusive Sans"/>
              </a:rPr>
              <a:t>Among 635 songs, </a:t>
            </a:r>
          </a:p>
          <a:p>
            <a:pPr lvl="0">
              <a:lnSpc>
                <a:spcPct val="115000"/>
              </a:lnSpc>
            </a:pPr>
            <a:r>
              <a:rPr lang="en-US" sz="2500" dirty="0">
                <a:latin typeface="Inclusive Sans"/>
                <a:ea typeface="Inclusive Sans"/>
                <a:cs typeface="Inclusive Sans"/>
                <a:sym typeface="Inclusive Sans"/>
              </a:rPr>
              <a:t>The songs are classified into 4 patterns </a:t>
            </a:r>
            <a:endParaRPr lang="en-US" sz="1100" dirty="0"/>
          </a:p>
        </p:txBody>
      </p:sp>
      <p:pic>
        <p:nvPicPr>
          <p:cNvPr id="3" name="Picture 2">
            <a:extLst>
              <a:ext uri="{FF2B5EF4-FFF2-40B4-BE49-F238E27FC236}">
                <a16:creationId xmlns:a16="http://schemas.microsoft.com/office/drawing/2014/main" id="{285CAD27-6E4D-8FA6-8A61-27D6509DFE0B}"/>
              </a:ext>
            </a:extLst>
          </p:cNvPr>
          <p:cNvPicPr>
            <a:picLocks noChangeAspect="1"/>
          </p:cNvPicPr>
          <p:nvPr/>
        </p:nvPicPr>
        <p:blipFill>
          <a:blip r:embed="rId4"/>
          <a:stretch>
            <a:fillRect/>
          </a:stretch>
        </p:blipFill>
        <p:spPr>
          <a:xfrm>
            <a:off x="777978" y="1828285"/>
            <a:ext cx="8417632" cy="7290682"/>
          </a:xfrm>
          <a:prstGeom prst="rect">
            <a:avLst/>
          </a:prstGeom>
        </p:spPr>
      </p:pic>
      <p:sp>
        <p:nvSpPr>
          <p:cNvPr id="4" name="Google Shape;284;p14">
            <a:extLst>
              <a:ext uri="{FF2B5EF4-FFF2-40B4-BE49-F238E27FC236}">
                <a16:creationId xmlns:a16="http://schemas.microsoft.com/office/drawing/2014/main" id="{187F6B59-8468-78A2-4100-0BB381B845B9}"/>
              </a:ext>
            </a:extLst>
          </p:cNvPr>
          <p:cNvSpPr txBox="1"/>
          <p:nvPr/>
        </p:nvSpPr>
        <p:spPr>
          <a:xfrm>
            <a:off x="10012748" y="2600610"/>
            <a:ext cx="7921292" cy="6353278"/>
          </a:xfrm>
          <a:prstGeom prst="rect">
            <a:avLst/>
          </a:prstGeom>
          <a:noFill/>
          <a:ln>
            <a:noFill/>
          </a:ln>
        </p:spPr>
        <p:txBody>
          <a:bodyPr spcFirstLastPara="1" wrap="square" lIns="0" tIns="0" rIns="0" bIns="0" anchor="t" anchorCtr="0">
            <a:spAutoFit/>
          </a:bodyPr>
          <a:lstStyle/>
          <a:p>
            <a:pPr marL="342900" lvl="0" indent="-342900">
              <a:lnSpc>
                <a:spcPct val="115000"/>
              </a:lnSpc>
              <a:buFont typeface="Arial" panose="020B0604020202020204" pitchFamily="34" charset="0"/>
              <a:buChar char="•"/>
            </a:pPr>
            <a:r>
              <a:rPr lang="en-US" sz="2500" b="1" dirty="0">
                <a:latin typeface="Inclusive Sans"/>
                <a:cs typeface="Inclusive Sans"/>
                <a:sym typeface="Inclusive Sans"/>
              </a:rPr>
              <a:t>Flash Hits </a:t>
            </a:r>
            <a:r>
              <a:rPr lang="en-US" sz="2500" dirty="0">
                <a:latin typeface="Inclusive Sans"/>
                <a:cs typeface="Inclusive Sans"/>
                <a:sym typeface="Inclusive Sans"/>
              </a:rPr>
              <a:t>- Songs that gain massive attention quickly but lose popularity just as fast.</a:t>
            </a:r>
          </a:p>
          <a:p>
            <a:pPr marL="342900" lvl="0" indent="-342900">
              <a:lnSpc>
                <a:spcPct val="115000"/>
              </a:lnSpc>
              <a:buFont typeface="Arial" panose="020B0604020202020204" pitchFamily="34" charset="0"/>
              <a:buChar char="•"/>
            </a:pPr>
            <a:endParaRPr lang="en-US" sz="2500" dirty="0">
              <a:latin typeface="Inclusive Sans"/>
              <a:cs typeface="Inclusive Sans"/>
              <a:sym typeface="Inclusive Sans"/>
            </a:endParaRPr>
          </a:p>
          <a:p>
            <a:pPr marL="342900" lvl="0" indent="-342900">
              <a:lnSpc>
                <a:spcPct val="115000"/>
              </a:lnSpc>
              <a:buFont typeface="Arial" panose="020B0604020202020204" pitchFamily="34" charset="0"/>
              <a:buChar char="•"/>
            </a:pPr>
            <a:r>
              <a:rPr lang="en-US" sz="2500" b="1" dirty="0">
                <a:latin typeface="Inclusive Sans"/>
                <a:cs typeface="Inclusive Sans"/>
                <a:sym typeface="Inclusive Sans"/>
              </a:rPr>
              <a:t>Slow Burn </a:t>
            </a:r>
            <a:r>
              <a:rPr lang="en-US" sz="2500" dirty="0">
                <a:latin typeface="Inclusive Sans"/>
                <a:cs typeface="Inclusive Sans"/>
                <a:sym typeface="Inclusive Sans"/>
              </a:rPr>
              <a:t>- Songs that start with modest popularity and gradually build momentum over time. </a:t>
            </a:r>
          </a:p>
          <a:p>
            <a:pPr marL="342900" lvl="0" indent="-342900">
              <a:lnSpc>
                <a:spcPct val="115000"/>
              </a:lnSpc>
              <a:buFont typeface="Arial" panose="020B0604020202020204" pitchFamily="34" charset="0"/>
              <a:buChar char="•"/>
            </a:pPr>
            <a:endParaRPr lang="en-US" sz="2500" dirty="0">
              <a:latin typeface="Inclusive Sans"/>
              <a:cs typeface="Inclusive Sans"/>
              <a:sym typeface="Inclusive Sans"/>
            </a:endParaRPr>
          </a:p>
          <a:p>
            <a:pPr marL="342900" lvl="0" indent="-342900">
              <a:lnSpc>
                <a:spcPct val="115000"/>
              </a:lnSpc>
              <a:buFont typeface="Arial" panose="020B0604020202020204" pitchFamily="34" charset="0"/>
              <a:buChar char="•"/>
            </a:pPr>
            <a:r>
              <a:rPr lang="en-US" sz="2500" b="1" dirty="0">
                <a:latin typeface="Inclusive Sans"/>
                <a:cs typeface="Inclusive Sans"/>
                <a:sym typeface="Inclusive Sans"/>
              </a:rPr>
              <a:t>Standard</a:t>
            </a:r>
            <a:r>
              <a:rPr lang="en-US" sz="2500" dirty="0">
                <a:latin typeface="Inclusive Sans"/>
                <a:cs typeface="Inclusive Sans"/>
                <a:sym typeface="Inclusive Sans"/>
              </a:rPr>
              <a:t>- Songs that follow a normal chart lifecycle with steady performance and moderate longevity.</a:t>
            </a:r>
          </a:p>
          <a:p>
            <a:pPr marL="342900" lvl="0" indent="-342900">
              <a:lnSpc>
                <a:spcPct val="115000"/>
              </a:lnSpc>
              <a:buFont typeface="Arial" panose="020B0604020202020204" pitchFamily="34" charset="0"/>
              <a:buChar char="•"/>
            </a:pPr>
            <a:endParaRPr lang="en-US" sz="2500" dirty="0">
              <a:latin typeface="Inclusive Sans"/>
              <a:cs typeface="Inclusive Sans"/>
              <a:sym typeface="Inclusive Sans"/>
            </a:endParaRPr>
          </a:p>
          <a:p>
            <a:pPr marL="342900" lvl="0" indent="-342900">
              <a:lnSpc>
                <a:spcPct val="115000"/>
              </a:lnSpc>
              <a:buFont typeface="Arial" panose="020B0604020202020204" pitchFamily="34" charset="0"/>
              <a:buChar char="•"/>
            </a:pPr>
            <a:r>
              <a:rPr lang="en-US" sz="2500" b="1" dirty="0">
                <a:latin typeface="Inclusive Sans"/>
                <a:cs typeface="Inclusive Sans"/>
                <a:sym typeface="Inclusive Sans"/>
              </a:rPr>
              <a:t>Sustained Peak- </a:t>
            </a:r>
            <a:r>
              <a:rPr lang="en-IN" sz="2800" dirty="0"/>
              <a:t>Songs that reach high chart positions and maintain their popularity for extended periods.</a:t>
            </a:r>
            <a:endParaRPr lang="en-US" sz="2500" dirty="0">
              <a:latin typeface="Inclusive Sans"/>
              <a:cs typeface="Inclusive Sans"/>
              <a:sym typeface="Inclusive Sans"/>
            </a:endParaRPr>
          </a:p>
        </p:txBody>
      </p:sp>
      <p:sp>
        <p:nvSpPr>
          <p:cNvPr id="5" name="Google Shape;231;p10">
            <a:extLst>
              <a:ext uri="{FF2B5EF4-FFF2-40B4-BE49-F238E27FC236}">
                <a16:creationId xmlns:a16="http://schemas.microsoft.com/office/drawing/2014/main" id="{2B50A776-234B-CC57-DDC8-DB395EC455A1}"/>
              </a:ext>
            </a:extLst>
          </p:cNvPr>
          <p:cNvSpPr txBox="1"/>
          <p:nvPr/>
        </p:nvSpPr>
        <p:spPr>
          <a:xfrm>
            <a:off x="14332831" y="9712346"/>
            <a:ext cx="5606989" cy="246221"/>
          </a:xfrm>
          <a:prstGeom prst="rect">
            <a:avLst/>
          </a:prstGeom>
          <a:noFill/>
          <a:ln>
            <a:noFill/>
          </a:ln>
        </p:spPr>
        <p:txBody>
          <a:bodyPr spcFirstLastPara="1" wrap="square" lIns="0" tIns="0" rIns="0" bIns="0" anchor="t" anchorCtr="0">
            <a:spAutoFit/>
          </a:bodyPr>
          <a:lstStyle/>
          <a:p>
            <a:pPr lvl="0"/>
            <a:r>
              <a:rPr lang="en-US" sz="1600" dirty="0">
                <a:latin typeface="Martel"/>
                <a:cs typeface="Martel"/>
                <a:sym typeface="Martel"/>
              </a:rPr>
              <a:t>kaviyamahendran115@gmail.com</a:t>
            </a:r>
            <a:endParaRPr lang="en-US" sz="1600"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8C5DD"/>
        </a:solidFill>
        <a:effectLst/>
      </p:bgPr>
    </p:bg>
    <p:spTree>
      <p:nvGrpSpPr>
        <p:cNvPr id="1" name="Shape 392"/>
        <p:cNvGrpSpPr/>
        <p:nvPr/>
      </p:nvGrpSpPr>
      <p:grpSpPr>
        <a:xfrm>
          <a:off x="0" y="0"/>
          <a:ext cx="0" cy="0"/>
          <a:chOff x="0" y="0"/>
          <a:chExt cx="0" cy="0"/>
        </a:xfrm>
      </p:grpSpPr>
      <p:sp>
        <p:nvSpPr>
          <p:cNvPr id="393" name="Google Shape;393;p18"/>
          <p:cNvSpPr/>
          <p:nvPr/>
        </p:nvSpPr>
        <p:spPr>
          <a:xfrm>
            <a:off x="188304" y="6720794"/>
            <a:ext cx="4655887" cy="3961737"/>
          </a:xfrm>
          <a:custGeom>
            <a:avLst/>
            <a:gdLst/>
            <a:ahLst/>
            <a:cxnLst/>
            <a:rect l="l" t="t" r="r" b="b"/>
            <a:pathLst>
              <a:path w="4655887" h="3961737" extrusionOk="0">
                <a:moveTo>
                  <a:pt x="0" y="0"/>
                </a:moveTo>
                <a:lnTo>
                  <a:pt x="4655887" y="0"/>
                </a:lnTo>
                <a:lnTo>
                  <a:pt x="4655887" y="3961736"/>
                </a:lnTo>
                <a:lnTo>
                  <a:pt x="0" y="3961736"/>
                </a:lnTo>
                <a:lnTo>
                  <a:pt x="0" y="0"/>
                </a:lnTo>
                <a:close/>
              </a:path>
            </a:pathLst>
          </a:custGeom>
          <a:blipFill rotWithShape="1">
            <a:blip r:embed="rId3">
              <a:alphaModFix/>
            </a:blip>
            <a:stretch>
              <a:fillRect/>
            </a:stretch>
          </a:blipFill>
          <a:ln>
            <a:noFill/>
          </a:ln>
        </p:spPr>
      </p:sp>
      <p:sp>
        <p:nvSpPr>
          <p:cNvPr id="394" name="Google Shape;394;p18"/>
          <p:cNvSpPr/>
          <p:nvPr/>
        </p:nvSpPr>
        <p:spPr>
          <a:xfrm>
            <a:off x="10817516" y="1028700"/>
            <a:ext cx="6697813" cy="1363918"/>
          </a:xfrm>
          <a:custGeom>
            <a:avLst/>
            <a:gdLst/>
            <a:ahLst/>
            <a:cxnLst/>
            <a:rect l="l" t="t" r="r" b="b"/>
            <a:pathLst>
              <a:path w="6697813" h="1363918" extrusionOk="0">
                <a:moveTo>
                  <a:pt x="0" y="0"/>
                </a:moveTo>
                <a:lnTo>
                  <a:pt x="6697813" y="0"/>
                </a:lnTo>
                <a:lnTo>
                  <a:pt x="6697813" y="1363918"/>
                </a:lnTo>
                <a:lnTo>
                  <a:pt x="0" y="1363918"/>
                </a:lnTo>
                <a:lnTo>
                  <a:pt x="0" y="0"/>
                </a:lnTo>
                <a:close/>
              </a:path>
            </a:pathLst>
          </a:custGeom>
          <a:blipFill rotWithShape="1">
            <a:blip r:embed="rId4">
              <a:alphaModFix/>
            </a:blip>
            <a:stretch>
              <a:fillRect/>
            </a:stretch>
          </a:blipFill>
          <a:ln>
            <a:noFill/>
          </a:ln>
        </p:spPr>
      </p:sp>
      <p:grpSp>
        <p:nvGrpSpPr>
          <p:cNvPr id="395" name="Google Shape;395;p18"/>
          <p:cNvGrpSpPr/>
          <p:nvPr/>
        </p:nvGrpSpPr>
        <p:grpSpPr>
          <a:xfrm>
            <a:off x="2516248" y="2121816"/>
            <a:ext cx="13255505" cy="5739459"/>
            <a:chOff x="0" y="0"/>
            <a:chExt cx="2491827" cy="1078928"/>
          </a:xfrm>
        </p:grpSpPr>
        <p:sp>
          <p:nvSpPr>
            <p:cNvPr id="396" name="Google Shape;396;p18"/>
            <p:cNvSpPr/>
            <p:nvPr/>
          </p:nvSpPr>
          <p:spPr>
            <a:xfrm>
              <a:off x="0" y="0"/>
              <a:ext cx="2491827" cy="1078928"/>
            </a:xfrm>
            <a:custGeom>
              <a:avLst/>
              <a:gdLst/>
              <a:ahLst/>
              <a:cxnLst/>
              <a:rect l="l" t="t" r="r" b="b"/>
              <a:pathLst>
                <a:path w="2491827" h="1078928" extrusionOk="0">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p:cNvSpPr txBox="1"/>
            <p:nvPr/>
          </p:nvSpPr>
          <p:spPr>
            <a:xfrm>
              <a:off x="0" y="133350"/>
              <a:ext cx="2491827" cy="945578"/>
            </a:xfrm>
            <a:prstGeom prst="rect">
              <a:avLst/>
            </a:prstGeom>
            <a:noFill/>
            <a:ln>
              <a:noFill/>
            </a:ln>
          </p:spPr>
          <p:txBody>
            <a:bodyPr spcFirstLastPara="1" wrap="square" lIns="50800" tIns="50800" rIns="50800" bIns="50800" anchor="ctr" anchorCtr="0">
              <a:noAutofit/>
            </a:bodyPr>
            <a:lstStyle/>
            <a:p>
              <a:pPr marL="0" marR="0" lvl="0" indent="0" algn="ctr" rtl="0">
                <a:lnSpc>
                  <a:spcPct val="58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8" name="Google Shape;398;p18"/>
          <p:cNvSpPr txBox="1"/>
          <p:nvPr/>
        </p:nvSpPr>
        <p:spPr>
          <a:xfrm>
            <a:off x="4249228" y="2920260"/>
            <a:ext cx="10320600" cy="129189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7300" b="1" dirty="0">
                <a:latin typeface="Martel"/>
                <a:ea typeface="Martel"/>
                <a:cs typeface="Martel"/>
                <a:sym typeface="Martel"/>
              </a:rPr>
              <a:t>THANK YOU </a:t>
            </a:r>
            <a:endParaRPr sz="1200" b="1" dirty="0"/>
          </a:p>
        </p:txBody>
      </p:sp>
      <p:sp>
        <p:nvSpPr>
          <p:cNvPr id="2" name="TextBox 1">
            <a:extLst>
              <a:ext uri="{FF2B5EF4-FFF2-40B4-BE49-F238E27FC236}">
                <a16:creationId xmlns:a16="http://schemas.microsoft.com/office/drawing/2014/main" id="{961C5745-DC12-1876-848A-C3FB8452AF47}"/>
              </a:ext>
            </a:extLst>
          </p:cNvPr>
          <p:cNvSpPr txBox="1"/>
          <p:nvPr/>
        </p:nvSpPr>
        <p:spPr>
          <a:xfrm>
            <a:off x="5663381" y="4778477"/>
            <a:ext cx="7801896" cy="307777"/>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8DCF92B9-06F0-498F-8923-0961E9481531}"/>
              </a:ext>
            </a:extLst>
          </p:cNvPr>
          <p:cNvSpPr txBox="1"/>
          <p:nvPr/>
        </p:nvSpPr>
        <p:spPr>
          <a:xfrm>
            <a:off x="7482781" y="5471794"/>
            <a:ext cx="1759667" cy="461665"/>
          </a:xfrm>
          <a:prstGeom prst="rect">
            <a:avLst/>
          </a:prstGeom>
          <a:noFill/>
        </p:spPr>
        <p:txBody>
          <a:bodyPr wrap="square">
            <a:spAutoFit/>
          </a:bodyPr>
          <a:lstStyle/>
          <a:p>
            <a:r>
              <a:rPr lang="en-US" sz="2400" b="1" dirty="0" err="1">
                <a:latin typeface="Martel"/>
                <a:cs typeface="Martel"/>
                <a:sym typeface="Martel"/>
                <a:hlinkClick r:id="rId5"/>
              </a:rPr>
              <a:t>Linkedin</a:t>
            </a:r>
            <a:endParaRPr lang="en-IN" sz="2400" dirty="0"/>
          </a:p>
        </p:txBody>
      </p:sp>
      <p:pic>
        <p:nvPicPr>
          <p:cNvPr id="5" name="Picture 4">
            <a:extLst>
              <a:ext uri="{FF2B5EF4-FFF2-40B4-BE49-F238E27FC236}">
                <a16:creationId xmlns:a16="http://schemas.microsoft.com/office/drawing/2014/main" id="{3ABA18B3-9B50-00ED-677C-7CE53F9D7590}"/>
              </a:ext>
            </a:extLst>
          </p:cNvPr>
          <p:cNvPicPr>
            <a:picLocks noChangeAspect="1"/>
          </p:cNvPicPr>
          <p:nvPr/>
        </p:nvPicPr>
        <p:blipFill>
          <a:blip r:embed="rId6"/>
          <a:stretch>
            <a:fillRect/>
          </a:stretch>
        </p:blipFill>
        <p:spPr>
          <a:xfrm>
            <a:off x="7826698" y="4536556"/>
            <a:ext cx="864960" cy="864960"/>
          </a:xfrm>
          <a:prstGeom prst="rect">
            <a:avLst/>
          </a:prstGeom>
        </p:spPr>
      </p:pic>
      <p:pic>
        <p:nvPicPr>
          <p:cNvPr id="7" name="Picture 6">
            <a:extLst>
              <a:ext uri="{FF2B5EF4-FFF2-40B4-BE49-F238E27FC236}">
                <a16:creationId xmlns:a16="http://schemas.microsoft.com/office/drawing/2014/main" id="{A0EAA99D-8C2A-CB6F-211A-7AFFCEB1383A}"/>
              </a:ext>
            </a:extLst>
          </p:cNvPr>
          <p:cNvPicPr>
            <a:picLocks noChangeAspect="1"/>
          </p:cNvPicPr>
          <p:nvPr/>
        </p:nvPicPr>
        <p:blipFill>
          <a:blip r:embed="rId7"/>
          <a:stretch>
            <a:fillRect/>
          </a:stretch>
        </p:blipFill>
        <p:spPr>
          <a:xfrm>
            <a:off x="9990014" y="4458194"/>
            <a:ext cx="864961" cy="864961"/>
          </a:xfrm>
          <a:prstGeom prst="rect">
            <a:avLst/>
          </a:prstGeom>
        </p:spPr>
      </p:pic>
      <p:sp>
        <p:nvSpPr>
          <p:cNvPr id="8" name="TextBox 7">
            <a:extLst>
              <a:ext uri="{FF2B5EF4-FFF2-40B4-BE49-F238E27FC236}">
                <a16:creationId xmlns:a16="http://schemas.microsoft.com/office/drawing/2014/main" id="{057EB8C8-C0FB-8DA4-2975-25609168E3BA}"/>
              </a:ext>
            </a:extLst>
          </p:cNvPr>
          <p:cNvSpPr txBox="1"/>
          <p:nvPr/>
        </p:nvSpPr>
        <p:spPr>
          <a:xfrm>
            <a:off x="9810725" y="5424423"/>
            <a:ext cx="1759667" cy="461665"/>
          </a:xfrm>
          <a:prstGeom prst="rect">
            <a:avLst/>
          </a:prstGeom>
          <a:noFill/>
        </p:spPr>
        <p:txBody>
          <a:bodyPr wrap="square">
            <a:spAutoFit/>
          </a:bodyPr>
          <a:lstStyle/>
          <a:p>
            <a:r>
              <a:rPr lang="en-US" sz="2400" b="1" dirty="0" err="1">
                <a:latin typeface="Martel"/>
                <a:cs typeface="Martel"/>
                <a:sym typeface="Martel"/>
                <a:hlinkClick r:id="rId8"/>
              </a:rPr>
              <a:t>Github</a:t>
            </a:r>
            <a:endParaRPr lang="en-IN" sz="2400" dirty="0"/>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737</Words>
  <Application>Microsoft Office PowerPoint</Application>
  <PresentationFormat>Custom</PresentationFormat>
  <Paragraphs>64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Inclusive Sans</vt:lpstr>
      <vt:lpstr>Arial</vt:lpstr>
      <vt:lpstr>Martel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Kaviya Mahendran</cp:lastModifiedBy>
  <cp:revision>5</cp:revision>
  <dcterms:modified xsi:type="dcterms:W3CDTF">2026-06-23T19:10:07Z</dcterms:modified>
</cp:coreProperties>
</file>